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Dynamic Groups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Dynamic Groups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evaluate matching rule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dynamic membership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policy grants permissions</a:t>
            </a:r>
          </a:p>
        </p:txBody>
      </p:sp>
      <p:pic>
        <p:nvPicPr>
          <p:cNvPr id="22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resource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Matching rule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Matching rule</a:t>
            </a:r>
          </a:p>
        </p:txBody>
      </p:sp>
      <p:pic>
        <p:nvPicPr>
          <p:cNvPr id="26" name="OCI icon:lane1-target" descr="user-group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Dynamic Group</a:t>
            </a:r>
          </a:p>
        </p:txBody>
      </p:sp>
      <p:pic>
        <p:nvPicPr>
          <p:cNvPr id="28" name="OCI icon:lane2-source" descr="user-group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29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Dynamic Group</a:t>
            </a:r>
          </a:p>
        </p:txBody>
      </p:sp>
      <p:pic>
        <p:nvPicPr>
          <p:cNvPr id="30" name="OCI icon:lane2-target" descr="policie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Policy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Resource matching; then policy access.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Resource matching; then policy access.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Dynamic Group uses disclosed User Group-family icon; matching and authorization are separate.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instance principal 예시; matching과 권한 분리; Group 계열 아이콘 대체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https://docs.oracle.com/en-us/iaas/Content/Identity/Concepts/overview.htm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