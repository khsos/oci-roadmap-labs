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Users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Users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Relationship:r0:0"/>
          <p:cNvCxnSpPr>
            <a:stCxn id="9" idx="3"/>
            <a:endCxn id="10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identity belongs to domain</a:t>
            </a:r>
          </a:p>
        </p:txBody>
      </p:sp>
      <p:cxnSp>
        <p:nvCxnSpPr>
          <p:cNvPr id="12" name="Relationship:r1:0"/>
          <p:cNvCxnSpPr>
            <a:stCxn id="13" idx="3"/>
            <a:endCxn id="14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assigned group membership</a:t>
            </a:r>
          </a:p>
        </p:txBody>
      </p:sp>
      <p:pic>
        <p:nvPicPr>
          <p:cNvPr id="16" name="OCI icon:lane0-source" descr="user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17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Test User</a:t>
            </a:r>
          </a:p>
        </p:txBody>
      </p:sp>
      <p:pic>
        <p:nvPicPr>
          <p:cNvPr id="18" name="OCI icon:lane0-target" descr="iam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19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Identity Domain</a:t>
            </a:r>
          </a:p>
        </p:txBody>
      </p:sp>
      <p:pic>
        <p:nvPicPr>
          <p:cNvPr id="20" name="OCI icon:lane1-source" descr="user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1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Test User</a:t>
            </a:r>
          </a:p>
        </p:txBody>
      </p:sp>
      <p:pic>
        <p:nvPicPr>
          <p:cNvPr id="22" name="OCI icon:lane1-target" descr="user-group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3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Group membership</a:t>
            </a:r>
          </a:p>
        </p:txBody>
      </p:sp>
      <p:sp>
        <p:nvSpPr>
          <p:cNvPr id="24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Identity and membership.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25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Identity and membership.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domain identity 속성·상태·소속; 공식 사례로 생성 없이 비교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https://docs.oracle.com/en-us/iaas/Content/Identity/Concepts/overview.htm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https://docs.oracle.com/en-us/iaas/Content/Identity/getstarted/identity-domains.htm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