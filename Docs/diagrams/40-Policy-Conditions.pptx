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Policy Conditions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Policy Conditions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evaluate request context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condition matches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condition does not match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Request context</a:t>
            </a:r>
          </a:p>
        </p:txBody>
      </p:sp>
      <p:pic>
        <p:nvPicPr>
          <p:cNvPr id="24" name="OCI icon:lane0-target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 condition</a:t>
            </a:r>
          </a:p>
        </p:txBody>
      </p:sp>
      <p:pic>
        <p:nvPicPr>
          <p:cNvPr id="26" name="OCI icon:lane1-source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 condition</a:t>
            </a:r>
          </a:p>
        </p:txBody>
      </p:sp>
      <p:sp>
        <p:nvSpPr>
          <p:cNvPr id="28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Allowed example</a:t>
            </a:r>
          </a:p>
        </p:txBody>
      </p:sp>
      <p:pic>
        <p:nvPicPr>
          <p:cNvPr id="29" name="OCI icon:lane2-source" descr="policies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Policy condition</a:t>
            </a:r>
          </a:p>
        </p:txBody>
      </p:sp>
      <p:sp>
        <p:nvSpPr>
          <p:cNvPr id="31" name="Non-service concept:lane2-target"/>
          <p:cNvSpPr txBox="1"/>
          <p:nvPr/>
        </p:nvSpPr>
        <p:spPr>
          <a:xfrm>
            <a:off x="9144000" y="46360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Excluded example</a:t>
            </a:r>
          </a:p>
        </p:txBody>
      </p:sp>
      <p:sp>
        <p:nvSpPr>
          <p:cNvPr id="32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Conditions evaluate request context.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3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Conditions evaluate request context.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조건 만족·불만족 비교; deny 정책 객체로 오해 금지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https://docs.oracle.com/en-us/iaas/Content/Identity/Concepts/policygetstarted.htm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