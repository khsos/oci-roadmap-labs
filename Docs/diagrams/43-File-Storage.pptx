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File Storage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File Storage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NFS endpoint connection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endpoint exposes export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export references filesystem</a:t>
            </a:r>
          </a:p>
        </p:txBody>
      </p:sp>
      <p:pic>
        <p:nvPicPr>
          <p:cNvPr id="22" name="OCI icon:lane0-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NFS client</a:t>
            </a:r>
          </a:p>
        </p:txBody>
      </p:sp>
      <p:pic>
        <p:nvPicPr>
          <p:cNvPr id="24" name="OCI icon:lane0-target" descr="file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Mount Target</a:t>
            </a:r>
          </a:p>
        </p:txBody>
      </p:sp>
      <p:pic>
        <p:nvPicPr>
          <p:cNvPr id="26" name="OCI icon:lane1-source" descr="file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Mount Target</a:t>
            </a:r>
          </a:p>
        </p:txBody>
      </p:sp>
      <p:sp>
        <p:nvSpPr>
          <p:cNvPr id="28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Export</a:t>
            </a:r>
          </a:p>
        </p:txBody>
      </p:sp>
      <p:sp>
        <p:nvSpPr>
          <p:cNvPr id="29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Export</a:t>
            </a:r>
          </a:p>
        </p:txBody>
      </p:sp>
      <p:pic>
        <p:nvPicPr>
          <p:cNvPr id="30" name="OCI icon:lane2-target" descr="file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File System</a:t>
            </a:r>
          </a:p>
        </p:txBody>
      </p:sp>
      <p:sp>
        <p:nvSpPr>
          <p:cNvPr id="3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NFS client -&gt; endpoint -&gt; export -&gt; filesystem.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NFS client -&gt; endpoint -&gt; export -&gt; filesystem.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NFS endpoint·Export·파일시스템 관계; Object Storage와 구분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https://docs.oracle.com/en-us/iaas/Content/File/Concepts/filestorageoverview.htm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