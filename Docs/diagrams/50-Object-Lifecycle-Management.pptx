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Object Lifecycle Management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Object Lifecycle Management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prefix filter match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asynchronous lifecycle action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storage tier transition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Test prefix</a:t>
            </a:r>
          </a:p>
        </p:txBody>
      </p:sp>
      <p:sp>
        <p:nvSpPr>
          <p:cNvPr id="23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Lifecycle rule</a:t>
            </a:r>
          </a:p>
        </p:txBody>
      </p:sp>
      <p:sp>
        <p:nvSpPr>
          <p:cNvPr id="24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Lifecycle rule</a:t>
            </a:r>
          </a:p>
        </p:txBody>
      </p:sp>
      <p:pic>
        <p:nvPicPr>
          <p:cNvPr id="25" name="OCI icon:lane1-target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Storage</a:t>
            </a:r>
          </a:p>
        </p:txBody>
      </p:sp>
      <p:pic>
        <p:nvPicPr>
          <p:cNvPr id="27" name="OCI icon:lane2-source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8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Storage</a:t>
            </a:r>
          </a:p>
        </p:txBody>
      </p:sp>
      <p:sp>
        <p:nvSpPr>
          <p:cNvPr id="29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Target tier</a:t>
            </a:r>
          </a:p>
        </p:txBody>
      </p:sp>
      <p:sp>
        <p:nvSpPr>
          <p:cNvPr id="30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Prefix match -&gt; asynchronous tier action.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1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Prefix match -&gt; asynchronous tier action.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테스트 prefix만; 비동기 전환·즉시 완료 아님; 삭제 기본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https://docs.oracle.com/en-us/iaas/Content/Object/Tasks/usinglifecyclepolicies.htm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