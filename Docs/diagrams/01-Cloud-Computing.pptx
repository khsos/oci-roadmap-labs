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Cloud Computing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Cloud Computing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demand changes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scaling decision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adjusts capacity</a:t>
            </a:r>
          </a:p>
        </p:txBody>
      </p:sp>
      <p:sp>
        <p:nvSpPr>
          <p:cNvPr id="22" name="Non-service concept:lane0-source"/>
          <p:cNvSpPr txBox="1"/>
          <p:nvPr/>
        </p:nvSpPr>
        <p:spPr>
          <a:xfrm>
            <a:off x="9144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Normal demand</a:t>
            </a:r>
          </a:p>
        </p:txBody>
      </p:sp>
      <p:sp>
        <p:nvSpPr>
          <p:cNvPr id="23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Peak demand</a:t>
            </a:r>
          </a:p>
        </p:txBody>
      </p:sp>
      <p:sp>
        <p:nvSpPr>
          <p:cNvPr id="24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Peak demand</a:t>
            </a:r>
          </a:p>
        </p:txBody>
      </p:sp>
      <p:pic>
        <p:nvPicPr>
          <p:cNvPr id="25" name="OCI icon:lane1-target" descr="autoscaling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6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Autoscaling</a:t>
            </a:r>
          </a:p>
        </p:txBody>
      </p:sp>
      <p:pic>
        <p:nvPicPr>
          <p:cNvPr id="27" name="OCI icon:lane2-source" descr="autoscaling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28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Autoscaling</a:t>
            </a:r>
          </a:p>
        </p:txBody>
      </p:sp>
      <p:pic>
        <p:nvPicPr>
          <p:cNvPr id="29" name="OCI icon:lane2-target" descr="comput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0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capacity</a:t>
            </a:r>
          </a:p>
        </p:txBody>
      </p:sp>
      <p:sp>
        <p:nvSpPr>
          <p:cNvPr id="31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Demand versus capacity.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2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Demand versus capacity.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수요·용량 비교; 자동 확장 보장 없음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https://www.oracle.com/cloud/what-is-cloud-computing/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