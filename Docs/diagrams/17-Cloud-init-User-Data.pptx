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Cloud-init / User Data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Cloud-init / User Data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initial boot configuration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writes local OS logs</a:t>
            </a:r>
          </a:p>
        </p:txBody>
      </p:sp>
      <p:sp>
        <p:nvSpPr>
          <p:cNvPr id="16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User data</a:t>
            </a:r>
          </a:p>
        </p:txBody>
      </p:sp>
      <p:pic>
        <p:nvPicPr>
          <p:cNvPr id="17" name="OCI icon:lane0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8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VM</a:t>
            </a:r>
          </a:p>
        </p:txBody>
      </p:sp>
      <p:pic>
        <p:nvPicPr>
          <p:cNvPr id="19" name="OCI icon:lane1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0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VM</a:t>
            </a:r>
          </a:p>
        </p:txBody>
      </p:sp>
      <p:sp>
        <p:nvSpPr>
          <p:cNvPr id="21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cloud-init logs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Boot configuration and local logs.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Boot configuration and local logs.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비밀정보 없는 부팅 설정; OS 로그를 자동 수집한 서비스로 오해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https://docs.oracle.com/en-us/iaas/Content/Compute/Tasks/launchinginstance.htm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