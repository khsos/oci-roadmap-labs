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Alarms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Alarms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metric condition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alarm notification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confirmed subscription delivery</a:t>
            </a:r>
          </a:p>
        </p:txBody>
      </p:sp>
      <p:pic>
        <p:nvPicPr>
          <p:cNvPr id="22" name="OCI icon:lane0-source" descr="monitor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Metric query</a:t>
            </a:r>
          </a:p>
        </p:txBody>
      </p:sp>
      <p:pic>
        <p:nvPicPr>
          <p:cNvPr id="24" name="OCI icon:lane0-target" descr="alarm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Alarm threshold</a:t>
            </a:r>
          </a:p>
        </p:txBody>
      </p:sp>
      <p:pic>
        <p:nvPicPr>
          <p:cNvPr id="26" name="OCI icon:lane1-source" descr="alarm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Alarm threshold</a:t>
            </a:r>
          </a:p>
        </p:txBody>
      </p:sp>
      <p:pic>
        <p:nvPicPr>
          <p:cNvPr id="28" name="OCI icon:lane1-target" descr="notification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 Topic</a:t>
            </a:r>
          </a:p>
        </p:txBody>
      </p:sp>
      <p:pic>
        <p:nvPicPr>
          <p:cNvPr id="30" name="OCI icon:lane2-source" descr="notification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 Topic</a:t>
            </a:r>
          </a:p>
        </p:txBody>
      </p:sp>
      <p:pic>
        <p:nvPicPr>
          <p:cNvPr id="32" name="OCI icon:lane2-target" descr="user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Confirmed endpoint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Evaluation -&gt; confirmed subscription.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Evaluation -&gt; confirmed subscription.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state·전달 구분; 본인 확인 subscription만; 발행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https://docs.oracle.com/en-us/iaas/Content/Monitoring/Concepts/monitoringoverview.htm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