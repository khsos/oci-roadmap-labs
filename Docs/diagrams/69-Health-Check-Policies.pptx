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Health Check Policies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Health Check Policies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configured backend health policy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supported protocol / probe port</a:t>
            </a:r>
          </a:p>
        </p:txBody>
      </p:sp>
      <p:pic>
        <p:nvPicPr>
          <p:cNvPr id="16" name="OCI icon:lane0-source" descr="load-balanc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NLB</a:t>
            </a:r>
          </a:p>
        </p:txBody>
      </p:sp>
      <p:sp>
        <p:nvSpPr>
          <p:cNvPr id="18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Health check policy</a:t>
            </a:r>
          </a:p>
        </p:txBody>
      </p:sp>
      <p:sp>
        <p:nvSpPr>
          <p:cNvPr id="19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Health check policy</a:t>
            </a:r>
          </a:p>
        </p:txBody>
      </p:sp>
      <p:pic>
        <p:nvPicPr>
          <p:cNvPr id="20" name="OCI icon:lane1-target" descr="comput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Backend endpoint</a:t>
            </a:r>
          </a:p>
        </p:txBody>
      </p:sp>
      <p:sp>
        <p:nvSpPr>
          <p:cNvPr id="2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NLB-originated TCP or HTTP probe.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NLB-originated TCP or HTTP probe.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NLB uses disclosed Load Balancer-family toolkit symbol; not an HTTP LB / WAF association.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지원 check protocol·port; listener와 probe 구분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NLB uses Oracle Load Balancer family icon; not an exact NLB asset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Backend endpoint uses Oracle Load Balancer family icon; not an exact NLB asset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https://docs.oracle.com/en-us/iaas/Content/NetworkLoadBalancer/overview.htm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https://docs.oracle.com/en-us/iaas/Content/NetworkLoadBalancer/HealthCheckPolicies/health-check-policy-management.htm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