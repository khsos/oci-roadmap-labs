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Traffic Management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Traffic Management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public DNS answer decision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eligible endpoint answer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eligible endpoint answer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Public DNS query</a:t>
            </a:r>
          </a:p>
        </p:txBody>
      </p:sp>
      <p:pic>
        <p:nvPicPr>
          <p:cNvPr id="24" name="OCI icon:lane0-target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Steering Policy</a:t>
            </a:r>
          </a:p>
        </p:txBody>
      </p:sp>
      <p:pic>
        <p:nvPicPr>
          <p:cNvPr id="26" name="OCI icon:lane1-source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Steering Policy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Endpoint A</a:t>
            </a:r>
          </a:p>
        </p:txBody>
      </p:sp>
      <p:pic>
        <p:nvPicPr>
          <p:cNvPr id="29" name="OCI icon:lane2-source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Steering Policy</a:t>
            </a:r>
          </a:p>
        </p:txBody>
      </p:sp>
      <p:sp>
        <p:nvSpPr>
          <p:cNvPr id="31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Endpoint B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DNS answer selects eligible endpoint.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DNS answer selects eligible endpoint.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 DNS 응답 선택; 앱 proxy·private zone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https://docs.oracle.com/en-us/iaas/Content/TrafficManagement/Concepts/overview.htm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