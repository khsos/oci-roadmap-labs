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Introduction to OCI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Introduction to OCI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regional resource view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administrative resource scope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administrative network scope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 selector</a:t>
            </a:r>
          </a:p>
        </p:txBody>
      </p:sp>
      <p:pic>
        <p:nvPicPr>
          <p:cNvPr id="23" name="OCI icon:lane0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4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pic>
        <p:nvPicPr>
          <p:cNvPr id="25" name="OCI icon:lane1-source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Compartment selector</a:t>
            </a:r>
          </a:p>
        </p:txBody>
      </p:sp>
      <p:pic>
        <p:nvPicPr>
          <p:cNvPr id="27" name="OCI icon:lane1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pic>
        <p:nvPicPr>
          <p:cNvPr id="29" name="OCI icon:lane2-source" descr="compartm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Compartment selector</a:t>
            </a:r>
          </a:p>
        </p:txBody>
      </p:sp>
      <p:pic>
        <p:nvPicPr>
          <p:cNvPr id="31" name="OCI icon:lane2-target" descr="virtual-cloud-network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2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VCN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Console scope and services.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Console scope and services.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리소스 범위·메뉴 대응; 네트워크 홉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https://docs.oracle.com/en-us/iaas/Content/GSG/Concepts/baremetalintro.htm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