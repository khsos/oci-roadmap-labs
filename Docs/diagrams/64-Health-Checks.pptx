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Health Checks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Health Checks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configured backend probe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probe protocol / port</a:t>
            </a:r>
          </a:p>
        </p:txBody>
      </p:sp>
      <p:pic>
        <p:nvPicPr>
          <p:cNvPr id="16" name="OCI icon:lane0-source" descr="load-balanc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Load Balancer</a:t>
            </a:r>
          </a:p>
        </p:txBody>
      </p:sp>
      <p:sp>
        <p:nvSpPr>
          <p:cNvPr id="18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Health check policy</a:t>
            </a:r>
          </a:p>
        </p:txBody>
      </p:sp>
      <p:sp>
        <p:nvSpPr>
          <p:cNvPr id="19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Health check policy</a:t>
            </a:r>
          </a:p>
        </p:txBody>
      </p:sp>
      <p:pic>
        <p:nvPicPr>
          <p:cNvPr id="20" name="OCI icon:lane1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Backend endpoint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LB-originated backend health probe.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LB-originated backend health probe.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LB 발생 probe; 외부 Health Checks와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https://docs.oracle.com/en-us/iaas/Content/Balance/Tasks/load_balancer_health_management.htm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