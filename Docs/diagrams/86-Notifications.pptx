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Notifications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Notifications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authorized publish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subscription routing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confirmed owned endpoint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Publisher</a:t>
            </a:r>
          </a:p>
        </p:txBody>
      </p:sp>
      <p:pic>
        <p:nvPicPr>
          <p:cNvPr id="24" name="OCI icon:lane0-target" descr="notificatio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Notifications Topic</a:t>
            </a:r>
          </a:p>
        </p:txBody>
      </p:sp>
      <p:pic>
        <p:nvPicPr>
          <p:cNvPr id="26" name="OCI icon:lane1-source" descr="notification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Notifications Topic</a:t>
            </a:r>
          </a:p>
        </p:txBody>
      </p:sp>
      <p:sp>
        <p:nvSpPr>
          <p:cNvPr id="28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Confirmed subscription</a:t>
            </a:r>
          </a:p>
        </p:txBody>
      </p:sp>
      <p:sp>
        <p:nvSpPr>
          <p:cNvPr id="29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Confirmed subscription</a:t>
            </a:r>
          </a:p>
        </p:txBody>
      </p:sp>
      <p:pic>
        <p:nvPicPr>
          <p:cNvPr id="30" name="OCI icon:lane2-target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Owned endpoint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Publish -&gt; topic -&gt; subscription.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Publish -&gt; topic -&gt; subscription.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subscription 확인 분리; 제외 Email Delivery 서비스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https://docs.oracle.com/en-us/iaas/Content/Notification/Concepts/notificationoverview.htm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