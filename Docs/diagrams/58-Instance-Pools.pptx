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Instance Pools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Instance Pools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pool template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pool placement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desired-size membership</a:t>
            </a:r>
          </a:p>
        </p:txBody>
      </p:sp>
      <p:sp>
        <p:nvSpPr>
          <p:cNvPr id="22" name="Non-service concept:lane0-source"/>
          <p:cNvSpPr txBox="1"/>
          <p:nvPr/>
        </p:nvSpPr>
        <p:spPr>
          <a:xfrm>
            <a:off x="9144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Instance Configuration</a:t>
            </a:r>
          </a:p>
        </p:txBody>
      </p:sp>
      <p:pic>
        <p:nvPicPr>
          <p:cNvPr id="23" name="OCI icon:lane0-target" descr="instance-pools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24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Instance Pool</a:t>
            </a:r>
          </a:p>
        </p:txBody>
      </p:sp>
      <p:sp>
        <p:nvSpPr>
          <p:cNvPr id="25" name="Non-service concept:lane1-source"/>
          <p:cNvSpPr txBox="1"/>
          <p:nvPr/>
        </p:nvSpPr>
        <p:spPr>
          <a:xfrm>
            <a:off x="9144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Placement choices</a:t>
            </a:r>
          </a:p>
        </p:txBody>
      </p:sp>
      <p:pic>
        <p:nvPicPr>
          <p:cNvPr id="26" name="OCI icon:lane1-target" descr="instance-pools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7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Instance Pool</a:t>
            </a:r>
          </a:p>
        </p:txBody>
      </p:sp>
      <p:pic>
        <p:nvPicPr>
          <p:cNvPr id="28" name="OCI icon:lane2-source" descr="instance-pools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4608576"/>
            <a:ext cx="318459" cy="566928"/>
          </a:xfrm>
          <a:prstGeom prst="rect">
            <a:avLst/>
          </a:prstGeom>
        </p:spPr>
      </p:pic>
      <p:sp>
        <p:nvSpPr>
          <p:cNvPr id="29" name="Node label:lane2-source"/>
          <p:cNvSpPr txBox="1"/>
          <p:nvPr/>
        </p:nvSpPr>
        <p:spPr>
          <a:xfrm>
            <a:off x="9144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Instance Pool</a:t>
            </a:r>
          </a:p>
        </p:txBody>
      </p:sp>
      <p:pic>
        <p:nvPicPr>
          <p:cNvPr id="30" name="OCI icon:lane2-target" descr="comput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4608576"/>
            <a:ext cx="318459" cy="566928"/>
          </a:xfrm>
          <a:prstGeom prst="rect">
            <a:avLst/>
          </a:prstGeom>
        </p:spPr>
      </p:pic>
      <p:sp>
        <p:nvSpPr>
          <p:cNvPr id="31" name="Node label:lane2-target"/>
          <p:cNvSpPr txBox="1"/>
          <p:nvPr/>
        </p:nvSpPr>
        <p:spPr>
          <a:xfrm>
            <a:off x="91440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 members</a:t>
            </a:r>
          </a:p>
        </p:txBody>
      </p:sp>
      <p:sp>
        <p:nvSpPr>
          <p:cNvPr id="32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Template + placement -&gt; pool members.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3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Template + placement -&gt; pool members.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템플릿·배치·desired size; Region 용량 보장 없음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https://docs.oracle.com/en-us/iaas/Content/Compute/Tasks/creatinginstancepool.htm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