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Public IP Addresses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Public IP Addresses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optional temporary association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optional persistent association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private IP belongs to VNIC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Ephemeral public IP</a:t>
            </a:r>
          </a:p>
        </p:txBody>
      </p:sp>
      <p:sp>
        <p:nvSpPr>
          <p:cNvPr id="23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private IP</a:t>
            </a:r>
          </a:p>
        </p:txBody>
      </p:sp>
      <p:sp>
        <p:nvSpPr>
          <p:cNvPr id="24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Reserved public IP</a:t>
            </a:r>
          </a:p>
        </p:txBody>
      </p:sp>
      <p:sp>
        <p:nvSpPr>
          <p:cNvPr id="25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private IP</a:t>
            </a:r>
          </a:p>
        </p:txBody>
      </p:sp>
      <p:sp>
        <p:nvSpPr>
          <p:cNvPr id="26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 private IP</a:t>
            </a:r>
          </a:p>
        </p:txBody>
      </p:sp>
      <p:pic>
        <p:nvPicPr>
          <p:cNvPr id="27" name="OCI icon:lane2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28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VNIC</a:t>
            </a:r>
          </a:p>
        </p:txBody>
      </p:sp>
      <p:sp>
        <p:nvSpPr>
          <p:cNvPr id="29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IP association and lifecycle.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0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IP association and lifecycle.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private IP에 public IP 선택 연결; Subnet만으로 할당 안 됨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https://docs.oracle.com/en-us/iaas/Content/Network/Tasks/managingpublicIPs.htm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