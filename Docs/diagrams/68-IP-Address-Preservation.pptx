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IP Address Preservation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IP Address Preservation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mode-dependent preservation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forward to backend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verify compatible return routing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Client source IP</a:t>
            </a:r>
          </a:p>
        </p:txBody>
      </p:sp>
      <p:pic>
        <p:nvPicPr>
          <p:cNvPr id="24" name="OCI icon:lane0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 preservation option</a:t>
            </a:r>
          </a:p>
        </p:txBody>
      </p:sp>
      <p:pic>
        <p:nvPicPr>
          <p:cNvPr id="26" name="OCI icon:lane1-source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 preservation option</a:t>
            </a:r>
          </a:p>
        </p:txBody>
      </p:sp>
      <p:pic>
        <p:nvPicPr>
          <p:cNvPr id="28" name="OCI icon:lane1-target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</a:t>
            </a:r>
          </a:p>
        </p:txBody>
      </p:sp>
      <p:pic>
        <p:nvPicPr>
          <p:cNvPr id="30" name="OCI icon:lane2-source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</a:t>
            </a:r>
          </a:p>
        </p:txBody>
      </p:sp>
      <p:pic>
        <p:nvPicPr>
          <p:cNvPr id="32" name="OCI icon:lane2-target" descr="route-table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Return path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Preservation mode and return routing.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Preservation mode and return routing.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uses disclosed Load Balancer-family toolkit symbol; not an HTTP LB / WAF association.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모드별 source/destination·지원 조건·return 경로 대조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Client source IP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preservation option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Backend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Return path uses Oracle Load Balancer family icon; not an exact NLB asset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https://docs.oracle.com/en-us/iaas/Content/NetworkLoadBalancer/introduction.htm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