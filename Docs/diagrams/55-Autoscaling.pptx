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Autoscaling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Autoscaling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alternative metric trigger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alternative scheduled action</a:t>
            </a:r>
          </a:p>
        </p:txBody>
      </p:sp>
      <p:pic>
        <p:nvPicPr>
          <p:cNvPr id="16" name="OCI icon:lane0-source" descr="autoscal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Metric policy</a:t>
            </a:r>
          </a:p>
        </p:txBody>
      </p:sp>
      <p:pic>
        <p:nvPicPr>
          <p:cNvPr id="18" name="OCI icon:lane0-target" descr="instance-pool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pic>
        <p:nvPicPr>
          <p:cNvPr id="20" name="OCI icon:lane1-source" descr="autoscal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Schedule policy</a:t>
            </a:r>
          </a:p>
        </p:txBody>
      </p:sp>
      <p:pic>
        <p:nvPicPr>
          <p:cNvPr id="22" name="OCI icon:lane1-target" descr="instance-pool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Alternative policies -&gt; bounded pool size.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Alternative policies -&gt; bounded pool size.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비교 대안; 임의 동시 활성화 아님; max size·예산 제한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https://docs.oracle.com/en-us/iaas/Content/Compute/Tasks/autoscalinginstancepools.htm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