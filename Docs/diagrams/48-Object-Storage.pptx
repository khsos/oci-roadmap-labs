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Object Storage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Object Storage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authorized API access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bucket contains object</a:t>
            </a:r>
          </a:p>
        </p:txBody>
      </p:sp>
      <p:pic>
        <p:nvPicPr>
          <p:cNvPr id="16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User</a:t>
            </a:r>
          </a:p>
        </p:txBody>
      </p:sp>
      <p:pic>
        <p:nvPicPr>
          <p:cNvPr id="18" name="OCI icon:lane0-target" descr="bucke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Bucket</a:t>
            </a:r>
          </a:p>
        </p:txBody>
      </p:sp>
      <p:pic>
        <p:nvPicPr>
          <p:cNvPr id="20" name="OCI icon:lane1-source" descr="bucke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Bucket</a:t>
            </a:r>
          </a:p>
        </p:txBody>
      </p:sp>
      <p:pic>
        <p:nvPicPr>
          <p:cNvPr id="22" name="OCI icon:lane1-target" descr="object-storag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Test Object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Authorized upload and download.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Authorized upload and download.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regional public service의 승인 API 접근; Subnet 디스크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https://docs.oracle.com/en-us/iaas/Content/Object/Concepts/objectstorageoverview.htm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