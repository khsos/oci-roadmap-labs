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Exports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Exports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endpoint exposes export path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export references filesystem</a:t>
            </a:r>
          </a:p>
        </p:txBody>
      </p:sp>
      <p:pic>
        <p:nvPicPr>
          <p:cNvPr id="16" name="OCI icon:lane0-source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Mount Target</a:t>
            </a:r>
          </a:p>
        </p:txBody>
      </p:sp>
      <p:sp>
        <p:nvSpPr>
          <p:cNvPr id="18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 path</a:t>
            </a:r>
          </a:p>
        </p:txBody>
      </p:sp>
      <p:sp>
        <p:nvSpPr>
          <p:cNvPr id="19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Export path</a:t>
            </a:r>
          </a:p>
        </p:txBody>
      </p:sp>
      <p:pic>
        <p:nvPicPr>
          <p:cNvPr id="20" name="OCI icon:lane1-target" descr="file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File System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Export binds endpoint to filesystem.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Export binds endpoint to filesystem.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Export path와 클라이언트 OS mount path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https://docs.oracle.com/en-us/iaas/Content/File/Concepts/filestorageoverview.htm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https://docs.oracle.com/en-us/iaas/Content/File/Tasks/exportoptions.htm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