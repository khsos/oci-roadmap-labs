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SSH Keys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SSH Keys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register public key only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SSH access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Public key registration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Public key registration</a:t>
            </a:r>
          </a:p>
        </p:txBody>
      </p:sp>
      <p:pic>
        <p:nvPicPr>
          <p:cNvPr id="20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SSH target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Private key local; public key registered.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Private key local; public key registered.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공개키만 등록; 비밀키는 로컬 보관·저장소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https://docs.oracle.com/en-us/iaas/Content/Compute/Tasks/launchinginstance.htm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