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Metrics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Metrics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select namespace / dimensions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time range / aggregation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query visualization</a:t>
            </a:r>
          </a:p>
        </p:txBody>
      </p:sp>
      <p:pic>
        <p:nvPicPr>
          <p:cNvPr id="22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Resource dimensions</a:t>
            </a:r>
          </a:p>
        </p:txBody>
      </p:sp>
      <p:pic>
        <p:nvPicPr>
          <p:cNvPr id="24" name="OCI icon:lane0-target" descr="monitorin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Metric query</a:t>
            </a:r>
          </a:p>
        </p:txBody>
      </p:sp>
      <p:pic>
        <p:nvPicPr>
          <p:cNvPr id="26" name="OCI icon:lane1-source" descr="monitorin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Metric query</a:t>
            </a:r>
          </a:p>
        </p:txBody>
      </p:sp>
      <p:sp>
        <p:nvSpPr>
          <p:cNvPr id="28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Time and aggregation</a:t>
            </a:r>
          </a:p>
        </p:txBody>
      </p:sp>
      <p:sp>
        <p:nvSpPr>
          <p:cNvPr id="29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Time and aggregation</a:t>
            </a:r>
          </a:p>
        </p:txBody>
      </p:sp>
      <p:pic>
        <p:nvPicPr>
          <p:cNvPr id="30" name="OCI icon:lane2-target" descr="monitorin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Metric graph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Metric selection and aggregation.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Metric selection and aggregation.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MQL·집계 비교; 데이터 부재를 고장으로 단정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https://docs.oracle.com/en-us/iaas/Content/Monitoring/Concepts/monitoringoverview.htm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