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Buckets / Objects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Buckets / Objects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named object in bucket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named object in bucket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object properties</a:t>
            </a:r>
          </a:p>
        </p:txBody>
      </p:sp>
      <p:pic>
        <p:nvPicPr>
          <p:cNvPr id="22" name="OCI icon:lane0-source" descr="bucket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Bucket</a:t>
            </a:r>
          </a:p>
        </p:txBody>
      </p:sp>
      <p:pic>
        <p:nvPicPr>
          <p:cNvPr id="24" name="OCI icon:lane0-target" descr="object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A</a:t>
            </a:r>
          </a:p>
        </p:txBody>
      </p:sp>
      <p:pic>
        <p:nvPicPr>
          <p:cNvPr id="26" name="OCI icon:lane1-source" descr="bucket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Bucket</a:t>
            </a:r>
          </a:p>
        </p:txBody>
      </p:sp>
      <p:pic>
        <p:nvPicPr>
          <p:cNvPr id="28" name="OCI icon:lane1-target" descr="object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B</a:t>
            </a:r>
          </a:p>
        </p:txBody>
      </p:sp>
      <p:pic>
        <p:nvPicPr>
          <p:cNvPr id="30" name="OCI icon:lane2-source" descr="object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A</a:t>
            </a:r>
          </a:p>
        </p:txBody>
      </p:sp>
      <p:sp>
        <p:nvSpPr>
          <p:cNvPr id="32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Object metadata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Bucket contains named objects.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Bucket contains named objects.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객체명·속성 관계; prefix는 실제 디렉터리 보장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https://docs.oracle.com/en-us/iaas/Content/Object/Concepts/objectstorageoverview.htm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