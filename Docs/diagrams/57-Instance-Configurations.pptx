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Instance Configurations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Instance Configurations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reusable instance settings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pool creation template</a:t>
            </a:r>
          </a:p>
        </p:txBody>
      </p:sp>
      <p:pic>
        <p:nvPicPr>
          <p:cNvPr id="16" name="OCI icon:lane0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settings</a:t>
            </a:r>
          </a:p>
        </p:txBody>
      </p:sp>
      <p:sp>
        <p:nvSpPr>
          <p:cNvPr id="18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Instance Configuration</a:t>
            </a:r>
          </a:p>
        </p:txBody>
      </p:sp>
      <p:sp>
        <p:nvSpPr>
          <p:cNvPr id="19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Instance Configuration</a:t>
            </a:r>
          </a:p>
        </p:txBody>
      </p:sp>
      <p:pic>
        <p:nvPicPr>
          <p:cNvPr id="20" name="OCI icon:lane1-target" descr="instance-pool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Instance Pool</a:t>
            </a:r>
          </a:p>
        </p:txBody>
      </p:sp>
      <p:sp>
        <p:nvSpPr>
          <p:cNvPr id="2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Reusable settings -&gt; pool template.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Reusable settings -&gt; pool template.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설정 템플릿과 실행 pool 별개; user-data 비밀정보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https://docs.oracle.com/en-us/iaas/Content/Compute/Concepts/instancemanagement.htm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