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LVM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LVM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single-node selection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LVM fast-provisioning option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compare supported ASM alternative</a:t>
            </a:r>
          </a:p>
        </p:txBody>
      </p:sp>
      <p:pic>
        <p:nvPicPr>
          <p:cNvPr id="22" name="OCI icon:lane0-source" descr="databas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Single-node DB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Fast provisioning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Fast provisioning</a:t>
            </a:r>
          </a:p>
        </p:txBody>
      </p:sp>
      <p:pic>
        <p:nvPicPr>
          <p:cNvPr id="26" name="OCI icon:lane1-target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LVM storage</a:t>
            </a:r>
          </a:p>
        </p:txBody>
      </p:sp>
      <p:pic>
        <p:nvPicPr>
          <p:cNvPr id="28" name="OCI icon:lane2-source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29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LVM storage</a:t>
            </a:r>
          </a:p>
        </p:txBody>
      </p:sp>
      <p:sp>
        <p:nvSpPr>
          <p:cNvPr id="30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ASM comparison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LVM fast provisioning: supported single-node only, not multi-node RAC.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LVM fast provisioning: supported single-node only, not multi-node RAC.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LVM 지원 조건; LVM multi-node RAC 제안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https://docs.oracle.com/en/cloud/paas/base-database/about-dbs/index.html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