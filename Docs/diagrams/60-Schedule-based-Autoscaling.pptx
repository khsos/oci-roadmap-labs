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Schedule-based Autoscaling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Schedule-based Autoscaling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Relationship:r0:0"/>
          <p:cNvCxnSpPr>
            <a:stCxn id="9" idx="3"/>
            <a:endCxn id="10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scheduled time trigger</a:t>
            </a:r>
          </a:p>
        </p:txBody>
      </p:sp>
      <p:cxnSp>
        <p:nvCxnSpPr>
          <p:cNvPr id="12" name="Relationship:r1:0"/>
          <p:cNvCxnSpPr>
            <a:stCxn id="13" idx="3"/>
            <a:endCxn id="14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desired-size action</a:t>
            </a:r>
          </a:p>
        </p:txBody>
      </p:sp>
      <p:sp>
        <p:nvSpPr>
          <p:cNvPr id="16" name="Non-service concept:lane0-source"/>
          <p:cNvSpPr txBox="1"/>
          <p:nvPr/>
        </p:nvSpPr>
        <p:spPr>
          <a:xfrm>
            <a:off x="914400" y="1892807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Schedule and timezone</a:t>
            </a:r>
          </a:p>
        </p:txBody>
      </p:sp>
      <p:pic>
        <p:nvPicPr>
          <p:cNvPr id="17" name="OCI icon:lane0-target" descr="autoscaling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6330" y="1865376"/>
            <a:ext cx="318459" cy="566928"/>
          </a:xfrm>
          <a:prstGeom prst="rect">
            <a:avLst/>
          </a:prstGeom>
        </p:spPr>
      </p:pic>
      <p:sp>
        <p:nvSpPr>
          <p:cNvPr id="18" name="Node label:lane0-target"/>
          <p:cNvSpPr txBox="1"/>
          <p:nvPr/>
        </p:nvSpPr>
        <p:spPr>
          <a:xfrm>
            <a:off x="91440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Autoscaling policy</a:t>
            </a:r>
          </a:p>
        </p:txBody>
      </p:sp>
      <p:pic>
        <p:nvPicPr>
          <p:cNvPr id="19" name="OCI icon:lane1-source" descr="autoscaling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3236976"/>
            <a:ext cx="318459" cy="566928"/>
          </a:xfrm>
          <a:prstGeom prst="rect">
            <a:avLst/>
          </a:prstGeom>
        </p:spPr>
      </p:pic>
      <p:sp>
        <p:nvSpPr>
          <p:cNvPr id="20" name="Node label:lane1-source"/>
          <p:cNvSpPr txBox="1"/>
          <p:nvPr/>
        </p:nvSpPr>
        <p:spPr>
          <a:xfrm>
            <a:off x="9144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Autoscaling policy</a:t>
            </a:r>
          </a:p>
        </p:txBody>
      </p:sp>
      <p:pic>
        <p:nvPicPr>
          <p:cNvPr id="21" name="OCI icon:lane1-target" descr="instance-pools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3236976"/>
            <a:ext cx="318459" cy="566928"/>
          </a:xfrm>
          <a:prstGeom prst="rect">
            <a:avLst/>
          </a:prstGeom>
        </p:spPr>
      </p:pic>
      <p:sp>
        <p:nvSpPr>
          <p:cNvPr id="22" name="Node label:lane1-target"/>
          <p:cNvSpPr txBox="1"/>
          <p:nvPr/>
        </p:nvSpPr>
        <p:spPr>
          <a:xfrm>
            <a:off x="91440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Instance Pool</a:t>
            </a:r>
          </a:p>
        </p:txBody>
      </p:sp>
      <p:sp>
        <p:nvSpPr>
          <p:cNvPr id="23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Scheduled time -&gt; desired pool size.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24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Scheduled time -&gt; desired pool size.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지원 시간 기준·다음 실행 확인; metric trigger 아님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https://docs.oracle.com/en-us/iaas/Content/Compute/Tasks/autoscalinginstancepools.htm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