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Standard Storage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Standard Storage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authorized bucket access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read Standard object directly</a:t>
            </a:r>
          </a:p>
        </p:txBody>
      </p:sp>
      <p:pic>
        <p:nvPicPr>
          <p:cNvPr id="16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User</a:t>
            </a:r>
          </a:p>
        </p:txBody>
      </p:sp>
      <p:pic>
        <p:nvPicPr>
          <p:cNvPr id="18" name="OCI icon:lane0-target" descr="bucket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Bucket</a:t>
            </a:r>
          </a:p>
        </p:txBody>
      </p:sp>
      <p:pic>
        <p:nvPicPr>
          <p:cNvPr id="20" name="OCI icon:lane1-source" descr="bucket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Bucket</a:t>
            </a:r>
          </a:p>
        </p:txBody>
      </p:sp>
      <p:pic>
        <p:nvPicPr>
          <p:cNvPr id="22" name="OCI icon:lane1-target" descr="object-storag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3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Standard object</a:t>
            </a:r>
          </a:p>
        </p:txBody>
      </p:sp>
      <p:sp>
        <p:nvSpPr>
          <p:cNvPr id="2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Authorized immediate object access.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Authorized immediate object access.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승인된 즉시 접근; 공개 bucket·무료 다운로드 가정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https://docs.oracle.com/en-us/iaas/Content/Object/Concepts/understandingstoragetiers.htm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