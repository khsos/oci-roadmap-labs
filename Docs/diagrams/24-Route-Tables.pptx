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Route Tables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Route Tables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Internet destination target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service CIDR target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private network route target</a:t>
            </a:r>
          </a:p>
        </p:txBody>
      </p:sp>
      <p:pic>
        <p:nvPicPr>
          <p:cNvPr id="22" name="OCI icon:lane0-source" descr="route-tabl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Route Table</a:t>
            </a:r>
          </a:p>
        </p:txBody>
      </p:sp>
      <p:pic>
        <p:nvPicPr>
          <p:cNvPr id="24" name="OCI icon:lane0-target" descr="internet-gateway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Internet Gateway</a:t>
            </a:r>
          </a:p>
        </p:txBody>
      </p:sp>
      <p:pic>
        <p:nvPicPr>
          <p:cNvPr id="26" name="OCI icon:lane1-source" descr="route-tabl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Route Table</a:t>
            </a:r>
          </a:p>
        </p:txBody>
      </p:sp>
      <p:pic>
        <p:nvPicPr>
          <p:cNvPr id="28" name="OCI icon:lane1-target" descr="service-gateway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Service Gateway</a:t>
            </a:r>
          </a:p>
        </p:txBody>
      </p:sp>
      <p:pic>
        <p:nvPicPr>
          <p:cNvPr id="30" name="OCI icon:lane2-source" descr="route-tabl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Route Table</a:t>
            </a:r>
          </a:p>
        </p:txBody>
      </p:sp>
      <p:pic>
        <p:nvPicPr>
          <p:cNvPr id="32" name="OCI icon:lane2-target" descr="dynamic-routing-gateway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DRG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Destination selects gateway.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Destination selects gateway.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인터넷·지원 Oracle 서비스·사설망 목적지별 target 비교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