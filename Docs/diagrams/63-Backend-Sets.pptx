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Backend Sets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Backend Sets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backend set association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eligible healthy member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eligible healthy member</a:t>
            </a:r>
          </a:p>
        </p:txBody>
      </p:sp>
      <p:pic>
        <p:nvPicPr>
          <p:cNvPr id="22" name="OCI icon:lane0-source" descr="load-balanc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Load Balancer</a:t>
            </a:r>
          </a:p>
        </p:txBody>
      </p:sp>
      <p:sp>
        <p:nvSpPr>
          <p:cNvPr id="24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Backend Set policy</a:t>
            </a:r>
          </a:p>
        </p:txBody>
      </p:sp>
      <p:sp>
        <p:nvSpPr>
          <p:cNvPr id="25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Backend Set policy</a:t>
            </a:r>
          </a:p>
        </p:txBody>
      </p:sp>
      <p:pic>
        <p:nvPicPr>
          <p:cNvPr id="26" name="OCI icon:lane1-target" descr="comput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A</a:t>
            </a:r>
          </a:p>
        </p:txBody>
      </p:sp>
      <p:sp>
        <p:nvSpPr>
          <p:cNvPr id="28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Backend Set policy</a:t>
            </a:r>
          </a:p>
        </p:txBody>
      </p:sp>
      <p:pic>
        <p:nvPicPr>
          <p:cNvPr id="29" name="OCI icon:lane2-target" descr="comput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0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B</a:t>
            </a:r>
          </a:p>
        </p:txBody>
      </p:sp>
      <p:sp>
        <p:nvSpPr>
          <p:cNvPr id="31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Select among healthy backend members.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2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Select among healthy backend members.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분산 정책·membership·health; 두 노드만으로 HA 보장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https://docs.oracle.com/en-us/iaas/Content/Balance/Tasks/managingbackendsets.htm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