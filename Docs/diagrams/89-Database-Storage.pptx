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Database Storage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Database Storage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supported capacity selection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verify supported storage mode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service-supported changes only</a:t>
            </a:r>
          </a:p>
        </p:txBody>
      </p:sp>
      <p:pic>
        <p:nvPicPr>
          <p:cNvPr id="22" name="OCI icon:lane0-source" descr="databas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DB System</a:t>
            </a:r>
          </a:p>
        </p:txBody>
      </p:sp>
      <p:pic>
        <p:nvPicPr>
          <p:cNvPr id="24" name="OCI icon:lane0-target" descr="block-storag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25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Storage size</a:t>
            </a:r>
          </a:p>
        </p:txBody>
      </p:sp>
      <p:sp>
        <p:nvSpPr>
          <p:cNvPr id="26" name="Non-service concept:lane1-source"/>
          <p:cNvSpPr txBox="1"/>
          <p:nvPr/>
        </p:nvSpPr>
        <p:spPr>
          <a:xfrm>
            <a:off x="9144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ASM and LVM choices</a:t>
            </a:r>
          </a:p>
        </p:txBody>
      </p:sp>
      <p:pic>
        <p:nvPicPr>
          <p:cNvPr id="27" name="OCI icon:lane1-target" descr="databas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8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DB System</a:t>
            </a:r>
          </a:p>
        </p:txBody>
      </p:sp>
      <p:sp>
        <p:nvSpPr>
          <p:cNvPr id="29" name="Non-service concept:lane2-source"/>
          <p:cNvSpPr txBox="1"/>
          <p:nvPr/>
        </p:nvSpPr>
        <p:spPr>
          <a:xfrm>
            <a:off x="914400" y="46360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Supported changes</a:t>
            </a:r>
          </a:p>
        </p:txBody>
      </p:sp>
      <p:pic>
        <p:nvPicPr>
          <p:cNvPr id="30" name="OCI icon:lane2-target" descr="databas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330" y="4608576"/>
            <a:ext cx="318459" cy="566928"/>
          </a:xfrm>
          <a:prstGeom prst="rect">
            <a:avLst/>
          </a:prstGeom>
        </p:spPr>
      </p:pic>
      <p:sp>
        <p:nvSpPr>
          <p:cNvPr id="31" name="Node label:lane2-target"/>
          <p:cNvSpPr txBox="1"/>
          <p:nvPr/>
        </p:nvSpPr>
        <p:spPr>
          <a:xfrm>
            <a:off x="91440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DB System</a:t>
            </a:r>
          </a:p>
        </p:txBody>
      </p:sp>
      <p:sp>
        <p:nvSpPr>
          <p:cNvPr id="32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Supported storage choices.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3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Supported storage choices.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지원 변경 비교; 관리 디스크 format·재배치 금지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https://docs.oracle.com/en/cloud/paas/base-database/about-dbs/index.html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