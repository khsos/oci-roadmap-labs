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Subnets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Subnets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contains subnet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subnet route association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subnet security association</a:t>
            </a:r>
          </a:p>
        </p:txBody>
      </p:sp>
      <p:pic>
        <p:nvPicPr>
          <p:cNvPr id="22" name="OCI icon:lane0-source" descr="virtual-cloud-network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VCN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Regional Subnet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Regional Subnet</a:t>
            </a:r>
          </a:p>
        </p:txBody>
      </p:sp>
      <p:pic>
        <p:nvPicPr>
          <p:cNvPr id="26" name="OCI icon:lane1-target" descr="route-tabl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Route Table</a:t>
            </a:r>
          </a:p>
        </p:txBody>
      </p:sp>
      <p:sp>
        <p:nvSpPr>
          <p:cNvPr id="28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Regional Subnet</a:t>
            </a:r>
          </a:p>
        </p:txBody>
      </p:sp>
      <p:pic>
        <p:nvPicPr>
          <p:cNvPr id="29" name="OCI icon:lane2-target" descr="security-list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Security List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Subnet association map.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Subnet association map.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Subnet에 Route Table·Security List 연계; NSG는 VNIC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