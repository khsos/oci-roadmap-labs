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Security Lists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Security Lists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subnet association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applies to subnet VNIC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applies to subnet VNIC</a:t>
            </a:r>
          </a:p>
        </p:txBody>
      </p:sp>
      <p:pic>
        <p:nvPicPr>
          <p:cNvPr id="22" name="OCI icon:lane0-source" descr="security-list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Security List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Subnet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Subnet</a:t>
            </a:r>
          </a:p>
        </p:txBody>
      </p:sp>
      <p:sp>
        <p:nvSpPr>
          <p:cNvPr id="26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A</a:t>
            </a:r>
          </a:p>
        </p:txBody>
      </p:sp>
      <p:sp>
        <p:nvSpPr>
          <p:cNvPr id="27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Subnet</a:t>
            </a:r>
          </a:p>
        </p:txBody>
      </p:sp>
      <p:sp>
        <p:nvSpPr>
          <p:cNvPr id="28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B</a:t>
            </a:r>
          </a:p>
        </p:txBody>
      </p:sp>
      <p:sp>
        <p:nvSpPr>
          <p:cNvPr id="29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Subnet association covers subnet VNICs.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0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Subnet association covers subnet VNICs.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연계 Subnet의 VNIC에 적용; 개별 NSG 멤버십과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https://docs.oracle.com/en-us/iaas/Content/Network/Concepts/securityrules.htm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