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DNS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DNS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client"/>
          <p:cNvSpPr/>
          <p:nvPr/>
        </p:nvSpPr>
        <p:spPr>
          <a:xfrm>
            <a:off x="914400" y="2011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resolver"/>
          <p:cNvSpPr/>
          <p:nvPr/>
        </p:nvSpPr>
        <p:spPr>
          <a:xfrm>
            <a:off x="9144000" y="2011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zone"/>
          <p:cNvSpPr/>
          <p:nvPr/>
        </p:nvSpPr>
        <p:spPr>
          <a:xfrm>
            <a:off x="914400" y="420624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record"/>
          <p:cNvSpPr/>
          <p:nvPr/>
        </p:nvSpPr>
        <p:spPr>
          <a:xfrm>
            <a:off x="9144000" y="420624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query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query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query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query"/>
          <p:cNvSpPr txBox="1"/>
          <p:nvPr/>
        </p:nvSpPr>
        <p:spPr>
          <a:xfrm>
            <a:off x="3657600" y="1965960"/>
            <a:ext cx="45720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DNS query</a:t>
            </a:r>
          </a:p>
        </p:txBody>
      </p:sp>
      <p:cxnSp>
        <p:nvCxnSpPr>
          <p:cNvPr id="12" name="Relationship:answer:0"/>
          <p:cNvCxnSpPr>
            <a:stCxn id="13" idx="3"/>
            <a:endCxn id="14" idx="1"/>
          </p:cNvCxnSpPr>
          <p:nvPr/>
        </p:nvCxnSpPr>
        <p:spPr>
          <a:xfrm flipH="1">
            <a:off x="3016605" y="2926079"/>
            <a:ext cx="6128308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answer:source"/>
          <p:cNvSpPr/>
          <p:nvPr/>
        </p:nvSpPr>
        <p:spPr>
          <a:xfrm>
            <a:off x="9143085" y="29251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answer:target"/>
          <p:cNvSpPr/>
          <p:nvPr/>
        </p:nvSpPr>
        <p:spPr>
          <a:xfrm>
            <a:off x="3016605" y="29251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answer"/>
          <p:cNvSpPr txBox="1"/>
          <p:nvPr/>
        </p:nvSpPr>
        <p:spPr>
          <a:xfrm>
            <a:off x="3657600" y="3017520"/>
            <a:ext cx="45720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DNS answer (not application proxy)</a:t>
            </a:r>
          </a:p>
        </p:txBody>
      </p:sp>
      <p:cxnSp>
        <p:nvCxnSpPr>
          <p:cNvPr id="16" name="Relationship:lookup:0"/>
          <p:cNvCxnSpPr>
            <a:stCxn id="17" idx="3"/>
          </p:cNvCxnSpPr>
          <p:nvPr/>
        </p:nvCxnSpPr>
        <p:spPr>
          <a:xfrm flipH="1">
            <a:off x="10195560" y="3246119"/>
            <a:ext cx="913" cy="59436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ge port:lookup:source"/>
          <p:cNvSpPr/>
          <p:nvPr/>
        </p:nvSpPr>
        <p:spPr>
          <a:xfrm>
            <a:off x="10194645" y="32452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Relationship:lookup:1"/>
          <p:cNvCxnSpPr/>
          <p:nvPr/>
        </p:nvCxnSpPr>
        <p:spPr>
          <a:xfrm flipH="1">
            <a:off x="1965960" y="3840480"/>
            <a:ext cx="822960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lationship:lookup:2"/>
          <p:cNvCxnSpPr>
            <a:endCxn id="20" idx="1"/>
          </p:cNvCxnSpPr>
          <p:nvPr/>
        </p:nvCxnSpPr>
        <p:spPr>
          <a:xfrm flipH="1">
            <a:off x="1965045" y="3840480"/>
            <a:ext cx="915" cy="36575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 port:lookup:target"/>
          <p:cNvSpPr/>
          <p:nvPr/>
        </p:nvSpPr>
        <p:spPr>
          <a:xfrm>
            <a:off x="196504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lookup"/>
          <p:cNvSpPr txBox="1"/>
          <p:nvPr/>
        </p:nvSpPr>
        <p:spPr>
          <a:xfrm>
            <a:off x="3657600" y="3474720"/>
            <a:ext cx="45720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logical authoritative lookup</a:t>
            </a:r>
          </a:p>
        </p:txBody>
      </p:sp>
      <p:cxnSp>
        <p:nvCxnSpPr>
          <p:cNvPr id="22" name="Relationship:contains:0"/>
          <p:cNvCxnSpPr>
            <a:stCxn id="23" idx="3"/>
            <a:endCxn id="24" idx="1"/>
          </p:cNvCxnSpPr>
          <p:nvPr/>
        </p:nvCxnSpPr>
        <p:spPr>
          <a:xfrm>
            <a:off x="3018433" y="480059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 port:contains:source"/>
          <p:cNvSpPr/>
          <p:nvPr/>
        </p:nvSpPr>
        <p:spPr>
          <a:xfrm>
            <a:off x="3016605" y="4799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ge port:contains:target"/>
          <p:cNvSpPr/>
          <p:nvPr/>
        </p:nvSpPr>
        <p:spPr>
          <a:xfrm>
            <a:off x="9143085" y="4799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ge label:contains"/>
          <p:cNvSpPr txBox="1"/>
          <p:nvPr/>
        </p:nvSpPr>
        <p:spPr>
          <a:xfrm>
            <a:off x="3657600" y="4343400"/>
            <a:ext cx="45720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zone contains resource record</a:t>
            </a:r>
          </a:p>
        </p:txBody>
      </p:sp>
      <p:pic>
        <p:nvPicPr>
          <p:cNvPr id="26" name="OCI icon:client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2093976"/>
            <a:ext cx="318459" cy="566928"/>
          </a:xfrm>
          <a:prstGeom prst="rect">
            <a:avLst/>
          </a:prstGeom>
        </p:spPr>
      </p:pic>
      <p:sp>
        <p:nvSpPr>
          <p:cNvPr id="27" name="Node label:client"/>
          <p:cNvSpPr txBox="1"/>
          <p:nvPr/>
        </p:nvSpPr>
        <p:spPr>
          <a:xfrm>
            <a:off x="914400" y="2743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DNS client</a:t>
            </a:r>
          </a:p>
        </p:txBody>
      </p:sp>
      <p:pic>
        <p:nvPicPr>
          <p:cNvPr id="28" name="OCI icon:resolver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2093976"/>
            <a:ext cx="318459" cy="566928"/>
          </a:xfrm>
          <a:prstGeom prst="rect">
            <a:avLst/>
          </a:prstGeom>
        </p:spPr>
      </p:pic>
      <p:sp>
        <p:nvSpPr>
          <p:cNvPr id="29" name="Node label:resolver"/>
          <p:cNvSpPr txBox="1"/>
          <p:nvPr/>
        </p:nvSpPr>
        <p:spPr>
          <a:xfrm>
            <a:off x="9144000" y="2743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Resolver</a:t>
            </a:r>
          </a:p>
        </p:txBody>
      </p:sp>
      <p:pic>
        <p:nvPicPr>
          <p:cNvPr id="30" name="OCI icon:zone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288536"/>
            <a:ext cx="318459" cy="566928"/>
          </a:xfrm>
          <a:prstGeom prst="rect">
            <a:avLst/>
          </a:prstGeom>
        </p:spPr>
      </p:pic>
      <p:sp>
        <p:nvSpPr>
          <p:cNvPr id="31" name="Node label:zone"/>
          <p:cNvSpPr txBox="1"/>
          <p:nvPr/>
        </p:nvSpPr>
        <p:spPr>
          <a:xfrm>
            <a:off x="914400" y="4937759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Authoritative DNS Zone</a:t>
            </a:r>
          </a:p>
        </p:txBody>
      </p:sp>
      <p:sp>
        <p:nvSpPr>
          <p:cNvPr id="32" name="Non-service concept:record"/>
          <p:cNvSpPr txBox="1"/>
          <p:nvPr/>
        </p:nvSpPr>
        <p:spPr>
          <a:xfrm>
            <a:off x="9144000" y="431596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Record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DNS query and answer, not app traffic.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DNS query and answer, not app traffic.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resolver와 authoritative zone 분리; DNS는 앱 proxy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https://docs.oracle.com/en-us/iaas/Content/DNS/Concepts/dnszonemanagement.htm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