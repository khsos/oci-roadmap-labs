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Listeners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Listeners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frontend listener config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listener backend association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backend member</a:t>
            </a:r>
          </a:p>
        </p:txBody>
      </p:sp>
      <p:sp>
        <p:nvSpPr>
          <p:cNvPr id="22" name="Non-service concept:lane0-source"/>
          <p:cNvSpPr txBox="1"/>
          <p:nvPr/>
        </p:nvSpPr>
        <p:spPr>
          <a:xfrm>
            <a:off x="9144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Listener port and protocol</a:t>
            </a:r>
          </a:p>
        </p:txBody>
      </p:sp>
      <p:pic>
        <p:nvPicPr>
          <p:cNvPr id="23" name="OCI icon:lane0-target" descr="load-balanc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4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Load Balancer</a:t>
            </a:r>
          </a:p>
        </p:txBody>
      </p:sp>
      <p:pic>
        <p:nvPicPr>
          <p:cNvPr id="25" name="OCI icon:lane1-source" descr="load-balanc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6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Load Balancer</a:t>
            </a:r>
          </a:p>
        </p:txBody>
      </p:sp>
      <p:sp>
        <p:nvSpPr>
          <p:cNvPr id="27" name="Non-service concept:lane1-target"/>
          <p:cNvSpPr txBox="1"/>
          <p:nvPr/>
        </p:nvSpPr>
        <p:spPr>
          <a:xfrm>
            <a:off x="91440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Backend Set</a:t>
            </a:r>
          </a:p>
        </p:txBody>
      </p:sp>
      <p:sp>
        <p:nvSpPr>
          <p:cNvPr id="28" name="Non-service concept:lane2-source"/>
          <p:cNvSpPr txBox="1"/>
          <p:nvPr/>
        </p:nvSpPr>
        <p:spPr>
          <a:xfrm>
            <a:off x="9144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Backend Set</a:t>
            </a:r>
          </a:p>
        </p:txBody>
      </p:sp>
      <p:pic>
        <p:nvPicPr>
          <p:cNvPr id="29" name="OCI icon:lane2-target" descr="comput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0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backend</a:t>
            </a:r>
          </a:p>
        </p:txBody>
      </p:sp>
      <p:sp>
        <p:nvSpPr>
          <p:cNvPr id="31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Frontend maps to backend set.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2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Frontend maps to backend set.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frontend listener와 backend·probe port 구분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https://docs.oracle.com/en-us/iaas/Content/Balance/Tasks/managinglisteners.htm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