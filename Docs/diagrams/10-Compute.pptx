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Compute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Compute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network interface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boot disk attachment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subnet association</a:t>
            </a:r>
          </a:p>
        </p:txBody>
      </p:sp>
      <p:pic>
        <p:nvPicPr>
          <p:cNvPr id="22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VM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</a:t>
            </a:r>
          </a:p>
        </p:txBody>
      </p:sp>
      <p:pic>
        <p:nvPicPr>
          <p:cNvPr id="25" name="OCI icon:lane1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VM</a:t>
            </a:r>
          </a:p>
        </p:txBody>
      </p:sp>
      <p:pic>
        <p:nvPicPr>
          <p:cNvPr id="27" name="OCI icon:lane1-target" descr="block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8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Boot Volume</a:t>
            </a:r>
          </a:p>
        </p:txBody>
      </p:sp>
      <p:sp>
        <p:nvSpPr>
          <p:cNvPr id="29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VNIC</a:t>
            </a:r>
          </a:p>
        </p:txBody>
      </p:sp>
      <p:sp>
        <p:nvSpPr>
          <p:cNvPr id="30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Private Subnet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VM interfaces and boot attachment.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VM interfaces and boot attachment.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VM·VNIC·Boot Volume 연결; SSH 접근 방식 별도 결정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https://docs.oracle.com/en-us/iaas/Content/Compute/Tasks/launchinginstance.htm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