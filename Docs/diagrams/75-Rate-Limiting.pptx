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Rate Limiting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Rate Limiting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count matching requests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threshold / interval configuration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configured rate-limit enforcement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Low-rate test client</a:t>
            </a:r>
          </a:p>
        </p:txBody>
      </p:sp>
      <p:pic>
        <p:nvPicPr>
          <p:cNvPr id="24" name="OCI icon:lane0-target" descr="waf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Rate limit rule</a:t>
            </a:r>
          </a:p>
        </p:txBody>
      </p:sp>
      <p:sp>
        <p:nvSpPr>
          <p:cNvPr id="26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Threshold and interval</a:t>
            </a:r>
          </a:p>
        </p:txBody>
      </p:sp>
      <p:pic>
        <p:nvPicPr>
          <p:cNvPr id="27" name="OCI icon:lane1-target" descr="waf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8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Rate limit rule</a:t>
            </a:r>
          </a:p>
        </p:txBody>
      </p:sp>
      <p:pic>
        <p:nvPicPr>
          <p:cNvPr id="29" name="OCI icon:lane2-source" descr="waf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Rate limit rule</a:t>
            </a:r>
          </a:p>
        </p:txBody>
      </p:sp>
      <p:pic>
        <p:nvPicPr>
          <p:cNvPr id="31" name="OCI icon:lane2-target" descr="load-balancer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2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HTTP Load Balancer</a:t>
            </a:r>
          </a:p>
        </p:txBody>
      </p:sp>
      <p:sp>
        <p:nvSpPr>
          <p:cNvPr id="3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Request-count condition -&gt; action.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Request-count condition -&gt; action.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낮은 요청 수만; 운영 영향·비용 없음 보장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https://docs.oracle.com/en-us/iaas/Content/WAF/Concepts/overview.htm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