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DNS Zones / Records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DNS Zones / Records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VCN DNS query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private-view zone association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zone contains test record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VCN client</a:t>
            </a:r>
          </a:p>
        </p:txBody>
      </p:sp>
      <p:pic>
        <p:nvPicPr>
          <p:cNvPr id="24" name="OCI icon:lane0-target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Resolver</a:t>
            </a:r>
          </a:p>
        </p:txBody>
      </p:sp>
      <p:pic>
        <p:nvPicPr>
          <p:cNvPr id="26" name="OCI icon:lane1-source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Resolver</a:t>
            </a:r>
          </a:p>
        </p:txBody>
      </p:sp>
      <p:pic>
        <p:nvPicPr>
          <p:cNvPr id="28" name="OCI icon:lane1-target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Zone</a:t>
            </a:r>
          </a:p>
        </p:txBody>
      </p:sp>
      <p:pic>
        <p:nvPicPr>
          <p:cNvPr id="30" name="OCI icon:lane2-source" descr="d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Zone</a:t>
            </a:r>
          </a:p>
        </p:txBody>
      </p:sp>
      <p:sp>
        <p:nvSpPr>
          <p:cNvPr id="32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Test A Record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VCN private query -&gt; view and zone.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VCN private query -&gt; view and zone.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private view·resolver 연계; public steering 대상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https://docs.oracle.com/en-us/iaas/Content/DNS/Concepts/dnszonemanagement.htm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https://docs.oracle.com/en-us/iaas/Content/DNS/Tasks/privatedns.htm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