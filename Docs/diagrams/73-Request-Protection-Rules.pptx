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Request Protection Rules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Request Protection Rules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evaluate test request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configured detect / block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HTTP LB enforcement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Test HTTP request</a:t>
            </a:r>
          </a:p>
        </p:txBody>
      </p:sp>
      <p:pic>
        <p:nvPicPr>
          <p:cNvPr id="24" name="OCI icon:lane0-target" descr="waf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Protection rule</a:t>
            </a:r>
          </a:p>
        </p:txBody>
      </p:sp>
      <p:pic>
        <p:nvPicPr>
          <p:cNvPr id="26" name="OCI icon:lane1-source" descr="waf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Protection rule</a:t>
            </a:r>
          </a:p>
        </p:txBody>
      </p:sp>
      <p:sp>
        <p:nvSpPr>
          <p:cNvPr id="28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Detect or block action</a:t>
            </a:r>
          </a:p>
        </p:txBody>
      </p:sp>
      <p:sp>
        <p:nvSpPr>
          <p:cNvPr id="29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Detect or block action</a:t>
            </a:r>
          </a:p>
        </p:txBody>
      </p:sp>
      <p:pic>
        <p:nvPicPr>
          <p:cNvPr id="30" name="OCI icon:lane2-target" descr="load-balancer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HTTP Load Balancer</a:t>
            </a:r>
          </a:p>
        </p:txBody>
      </p:sp>
      <p:sp>
        <p:nvSpPr>
          <p:cNvPr id="3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Protection criteria -&gt; configured action.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Protection criteria -&gt; configured action.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격리된 정상 테스트 사례; 타인 공격·scan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https://docs.oracle.com/en-us/iaas/Content/WAF/Concepts/overview.htm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