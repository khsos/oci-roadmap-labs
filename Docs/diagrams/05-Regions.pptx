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Regions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Regions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check regional availability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compare regional availability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check service offering</a:t>
            </a:r>
          </a:p>
        </p:txBody>
      </p:sp>
      <p:sp>
        <p:nvSpPr>
          <p:cNvPr id="22" name="Non-service concept:lane0-source"/>
          <p:cNvSpPr txBox="1"/>
          <p:nvPr/>
        </p:nvSpPr>
        <p:spPr>
          <a:xfrm>
            <a:off x="9144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 A</a:t>
            </a:r>
          </a:p>
        </p:txBody>
      </p:sp>
      <p:pic>
        <p:nvPicPr>
          <p:cNvPr id="23" name="OCI icon:lane0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4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availability</a:t>
            </a:r>
          </a:p>
        </p:txBody>
      </p:sp>
      <p:sp>
        <p:nvSpPr>
          <p:cNvPr id="25" name="Non-service concept:lane1-source"/>
          <p:cNvSpPr txBox="1"/>
          <p:nvPr/>
        </p:nvSpPr>
        <p:spPr>
          <a:xfrm>
            <a:off x="9144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 B</a:t>
            </a:r>
          </a:p>
        </p:txBody>
      </p:sp>
      <p:pic>
        <p:nvPicPr>
          <p:cNvPr id="26" name="OCI icon:lane1-target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availability</a:t>
            </a:r>
          </a:p>
        </p:txBody>
      </p:sp>
      <p:sp>
        <p:nvSpPr>
          <p:cNvPr id="28" name="Non-service concept:lane2-source"/>
          <p:cNvSpPr txBox="1"/>
          <p:nvPr/>
        </p:nvSpPr>
        <p:spPr>
          <a:xfrm>
            <a:off x="9144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Region B</a:t>
            </a:r>
          </a:p>
        </p:txBody>
      </p:sp>
      <p:pic>
        <p:nvPicPr>
          <p:cNvPr id="29" name="OCI icon:lane2-target" descr="object-storag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Service availability</a:t>
            </a:r>
          </a:p>
        </p:txBody>
      </p:sp>
      <p:sp>
        <p:nvSpPr>
          <p:cNvPr id="31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Regional availability comparison.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2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Regional availability comparison.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Region별 서비스 제공 비교; 구독 추가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https://docs.oracle.com/en-us/iaas/Content/General/Concepts/regions.htm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