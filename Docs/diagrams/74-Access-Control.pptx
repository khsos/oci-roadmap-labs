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Access Control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Access Control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match HTTP attributes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configured access action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HTTP LB enforcement</a:t>
            </a:r>
          </a:p>
        </p:txBody>
      </p:sp>
      <p:pic>
        <p:nvPicPr>
          <p:cNvPr id="22" name="OCI icon:lane0-sourc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Client attributes</a:t>
            </a:r>
          </a:p>
        </p:txBody>
      </p:sp>
      <p:pic>
        <p:nvPicPr>
          <p:cNvPr id="24" name="OCI icon:lane0-target" descr="waf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Access control rule</a:t>
            </a:r>
          </a:p>
        </p:txBody>
      </p:sp>
      <p:pic>
        <p:nvPicPr>
          <p:cNvPr id="26" name="OCI icon:lane1-source" descr="waf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Access control rule</a:t>
            </a:r>
          </a:p>
        </p:txBody>
      </p:sp>
      <p:sp>
        <p:nvSpPr>
          <p:cNvPr id="28" name="Non-service concept:lane1-target"/>
          <p:cNvSpPr txBox="1"/>
          <p:nvPr/>
        </p:nvSpPr>
        <p:spPr>
          <a:xfrm>
            <a:off x="91440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Allow or block action</a:t>
            </a:r>
          </a:p>
        </p:txBody>
      </p:sp>
      <p:sp>
        <p:nvSpPr>
          <p:cNvPr id="29" name="Non-service concept:lane2-source"/>
          <p:cNvSpPr txBox="1"/>
          <p:nvPr/>
        </p:nvSpPr>
        <p:spPr>
          <a:xfrm>
            <a:off x="9144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Allow or block action</a:t>
            </a:r>
          </a:p>
        </p:txBody>
      </p:sp>
      <p:pic>
        <p:nvPicPr>
          <p:cNvPr id="30" name="OCI icon:lane2-target" descr="load-balancer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1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HTTP Load Balancer</a:t>
            </a:r>
          </a:p>
        </p:txBody>
      </p:sp>
      <p:sp>
        <p:nvSpPr>
          <p:cNvPr id="32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HTTP request condition -&gt; action.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3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 request condition -&gt; action.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 조건 제어; IAM·L3 규칙 아님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https://docs.oracle.com/en-us/iaas/Content/WAF/Concepts/overview.htm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