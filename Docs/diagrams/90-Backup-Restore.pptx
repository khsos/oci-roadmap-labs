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Backup / Restore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Backup / Restore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Relationship:r0:0"/>
          <p:cNvCxnSpPr>
            <a:stCxn id="9" idx="3"/>
            <a:endCxn id="10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supported database backup</a:t>
            </a:r>
          </a:p>
        </p:txBody>
      </p:sp>
      <p:cxnSp>
        <p:nvCxnSpPr>
          <p:cNvPr id="12" name="Relationship:r1:0"/>
          <p:cNvCxnSpPr>
            <a:stCxn id="13" idx="3"/>
            <a:endCxn id="14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restore to isolated target</a:t>
            </a:r>
          </a:p>
        </p:txBody>
      </p:sp>
      <p:pic>
        <p:nvPicPr>
          <p:cNvPr id="16" name="OCI icon:lane0-source" descr="databas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17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Source DB</a:t>
            </a:r>
          </a:p>
        </p:txBody>
      </p:sp>
      <p:pic>
        <p:nvPicPr>
          <p:cNvPr id="18" name="OCI icon:lane0-target" descr="back-up-restor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19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Backup configuration</a:t>
            </a:r>
          </a:p>
        </p:txBody>
      </p:sp>
      <p:pic>
        <p:nvPicPr>
          <p:cNvPr id="20" name="OCI icon:lane1-source" descr="back-up-restor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1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Backup configuration</a:t>
            </a:r>
          </a:p>
        </p:txBody>
      </p:sp>
      <p:pic>
        <p:nvPicPr>
          <p:cNvPr id="22" name="OCI icon:lane1-target" descr="databas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3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Isolated restore DB</a:t>
            </a:r>
          </a:p>
        </p:txBody>
      </p:sp>
      <p:sp>
        <p:nvSpPr>
          <p:cNvPr id="24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Backup -&gt; supported recovery -&gt; separate target.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25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Backup -&gt; supported recovery -&gt; separate target.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지원 대상·방법 선택; OS와 Recovery Service 동일시·운영 덮어쓰기 금지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https://docs.oracle.com/en/cloud/paas/base-database/backup-recover/index.html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