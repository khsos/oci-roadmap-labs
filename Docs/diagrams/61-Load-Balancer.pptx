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Load Balancer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Load Balancer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listener request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select backend set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select healthy backend</a:t>
            </a:r>
          </a:p>
        </p:txBody>
      </p:sp>
      <p:pic>
        <p:nvPicPr>
          <p:cNvPr id="22" name="OCI icon:lane0-source" descr="us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Client</a:t>
            </a:r>
          </a:p>
        </p:txBody>
      </p:sp>
      <p:pic>
        <p:nvPicPr>
          <p:cNvPr id="24" name="OCI icon:lane0-target" descr="load-balancer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25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Load Balancer</a:t>
            </a:r>
          </a:p>
        </p:txBody>
      </p:sp>
      <p:pic>
        <p:nvPicPr>
          <p:cNvPr id="26" name="OCI icon:lane1-source" descr="load-balancer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7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Load Balancer</a:t>
            </a:r>
          </a:p>
        </p:txBody>
      </p:sp>
      <p:sp>
        <p:nvSpPr>
          <p:cNvPr id="28" name="Non-service concept:lane1-target"/>
          <p:cNvSpPr txBox="1"/>
          <p:nvPr/>
        </p:nvSpPr>
        <p:spPr>
          <a:xfrm>
            <a:off x="91440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Backend Set</a:t>
            </a:r>
          </a:p>
        </p:txBody>
      </p:sp>
      <p:sp>
        <p:nvSpPr>
          <p:cNvPr id="29" name="Non-service concept:lane2-source"/>
          <p:cNvSpPr txBox="1"/>
          <p:nvPr/>
        </p:nvSpPr>
        <p:spPr>
          <a:xfrm>
            <a:off x="914400" y="46360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Backend Set</a:t>
            </a:r>
          </a:p>
        </p:txBody>
      </p:sp>
      <p:pic>
        <p:nvPicPr>
          <p:cNvPr id="30" name="OCI icon:lane2-target" descr="compute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330" y="4608576"/>
            <a:ext cx="318459" cy="566928"/>
          </a:xfrm>
          <a:prstGeom prst="rect">
            <a:avLst/>
          </a:prstGeom>
        </p:spPr>
      </p:pic>
      <p:sp>
        <p:nvSpPr>
          <p:cNvPr id="31" name="Node label:lane2-target"/>
          <p:cNvSpPr txBox="1"/>
          <p:nvPr/>
        </p:nvSpPr>
        <p:spPr>
          <a:xfrm>
            <a:off x="91440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Private Compute backend</a:t>
            </a:r>
          </a:p>
        </p:txBody>
      </p:sp>
      <p:sp>
        <p:nvSpPr>
          <p:cNvPr id="32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Listener -&gt; backend set -&gt; healthy backend.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3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Listener -&gt; backend set -&gt; healthy backend.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public/private 선택 명시·backend 범위 제한; health와 요청 구분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https://docs.oracle.com/en-us/iaas/Content/Balance/Concepts/balanceoverview.htm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https://docs.oracle.com/en-us/iaas/Content/NetworkLoadBalancer/overview.htm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