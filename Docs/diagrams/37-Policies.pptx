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Policies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Policies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subject of statement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location scope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resource is in scope</a:t>
            </a:r>
          </a:p>
        </p:txBody>
      </p:sp>
      <p:pic>
        <p:nvPicPr>
          <p:cNvPr id="22" name="OCI icon:lane0-source" descr="user-group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Group</a:t>
            </a:r>
          </a:p>
        </p:txBody>
      </p:sp>
      <p:pic>
        <p:nvPicPr>
          <p:cNvPr id="24" name="OCI icon:lane0-target" descr="policie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Policy statement</a:t>
            </a:r>
          </a:p>
        </p:txBody>
      </p:sp>
      <p:pic>
        <p:nvPicPr>
          <p:cNvPr id="26" name="OCI icon:lane1-source" descr="policie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Policy statement</a:t>
            </a:r>
          </a:p>
        </p:txBody>
      </p:sp>
      <p:pic>
        <p:nvPicPr>
          <p:cNvPr id="28" name="OCI icon:lane1-target" descr="compartments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9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Compartment</a:t>
            </a:r>
          </a:p>
        </p:txBody>
      </p:sp>
      <p:pic>
        <p:nvPicPr>
          <p:cNvPr id="30" name="OCI icon:lane2-source" descr="compartments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Compartment</a:t>
            </a:r>
          </a:p>
        </p:txBody>
      </p:sp>
      <p:pic>
        <p:nvPicPr>
          <p:cNvPr id="32" name="OCI icon:lane2-target" descr="compute.offic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3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Resource</a:t>
            </a:r>
          </a:p>
        </p:txBody>
      </p:sp>
      <p:sp>
        <p:nvSpPr>
          <p:cNvPr id="3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Subject + verb + resource + location.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Subject + verb + resource + location.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주체·동사·유형·범위 최소 읽기 정책; tenancy 전체 manage 금지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https://docs.oracle.com/en-us/iaas/Content/Identity/Concepts/overview.htm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