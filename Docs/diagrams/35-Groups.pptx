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Groups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Groups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membership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authorization is separate</a:t>
            </a:r>
          </a:p>
        </p:txBody>
      </p:sp>
      <p:pic>
        <p:nvPicPr>
          <p:cNvPr id="16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User</a:t>
            </a:r>
          </a:p>
        </p:txBody>
      </p:sp>
      <p:pic>
        <p:nvPicPr>
          <p:cNvPr id="18" name="OCI icon:lane0-target" descr="user-group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Group</a:t>
            </a:r>
          </a:p>
        </p:txBody>
      </p:sp>
      <p:pic>
        <p:nvPicPr>
          <p:cNvPr id="20" name="OCI icon:lane1-source" descr="user-group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Group</a:t>
            </a:r>
          </a:p>
        </p:txBody>
      </p:sp>
      <p:pic>
        <p:nvPicPr>
          <p:cNvPr id="22" name="OCI icon:lane1-target" descr="policies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3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Policy</a:t>
            </a:r>
          </a:p>
        </p:txBody>
      </p:sp>
      <p:sp>
        <p:nvSpPr>
          <p:cNvPr id="2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Membership followed by authorization.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Membership followed by authorization.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멤버십과 정책 권한은 별도; Group만으로 자동 권한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https://docs.oracle.com/en-us/iaas/Content/Identity/Concepts/overview.htm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