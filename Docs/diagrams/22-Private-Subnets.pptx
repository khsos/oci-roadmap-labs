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Private Subnets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Private Subnets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private-only interface placement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optional Internet outbound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optional supported OSN access</a:t>
            </a:r>
          </a:p>
        </p:txBody>
      </p:sp>
      <p:pic>
        <p:nvPicPr>
          <p:cNvPr id="22" name="OCI icon:lane0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VNIC</a:t>
            </a:r>
          </a:p>
        </p:txBody>
      </p:sp>
      <p:sp>
        <p:nvSpPr>
          <p:cNvPr id="24" name="Non-service concept:lane0-target"/>
          <p:cNvSpPr txBox="1"/>
          <p:nvPr/>
        </p:nvSpPr>
        <p:spPr>
          <a:xfrm>
            <a:off x="9144000" y="1892807"/>
            <a:ext cx="2103120" cy="11247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AE562C"/>
                </a:solidFill>
                <a:latin typeface="Malgun Gothic"/>
              </a:defRPr>
            </a:pPr>
            <a:r>
              <a:t>Private Subnet</a:t>
            </a:r>
          </a:p>
        </p:txBody>
      </p:sp>
      <p:pic>
        <p:nvPicPr>
          <p:cNvPr id="25" name="OCI icon:lane1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6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VNIC</a:t>
            </a:r>
          </a:p>
        </p:txBody>
      </p:sp>
      <p:pic>
        <p:nvPicPr>
          <p:cNvPr id="27" name="OCI icon:lane1-target" descr="nat-gateway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8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NAT (optional)</a:t>
            </a:r>
          </a:p>
        </p:txBody>
      </p:sp>
      <p:pic>
        <p:nvPicPr>
          <p:cNvPr id="29" name="OCI icon:lane2-source" descr="compute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0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 VNIC</a:t>
            </a:r>
          </a:p>
        </p:txBody>
      </p:sp>
      <p:pic>
        <p:nvPicPr>
          <p:cNvPr id="31" name="OCI icon:lane2-target" descr="service-gateway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2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SGW (optional)</a:t>
            </a:r>
          </a:p>
        </p:txBody>
      </p:sp>
      <p:sp>
        <p:nvSpPr>
          <p:cNvPr id="33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Private IP only; purpose-specific egress.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4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Private IP only; purpose-specific egress.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public IP 금지; NAT 인터넷 outbound와 SGW 지원 OSN 분리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https://docs.oracle.com/en-us/iaas/Content/Network/Concepts/overview.htm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