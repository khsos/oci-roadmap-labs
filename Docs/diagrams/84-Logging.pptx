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Logging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Logging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service log source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log group membership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authorized log search</a:t>
            </a:r>
          </a:p>
        </p:txBody>
      </p:sp>
      <p:pic>
        <p:nvPicPr>
          <p:cNvPr id="22" name="OCI icon:lane0-source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Supported Object Storage bucket log</a:t>
            </a:r>
          </a:p>
        </p:txBody>
      </p:sp>
      <p:pic>
        <p:nvPicPr>
          <p:cNvPr id="24" name="OCI icon:lane0-target" descr="logg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Service Log</a:t>
            </a:r>
          </a:p>
        </p:txBody>
      </p:sp>
      <p:pic>
        <p:nvPicPr>
          <p:cNvPr id="26" name="OCI icon:lane1-source" descr="logg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Service Log</a:t>
            </a:r>
          </a:p>
        </p:txBody>
      </p:sp>
      <p:pic>
        <p:nvPicPr>
          <p:cNvPr id="28" name="OCI icon:lane1-target" descr="logg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Log Group</a:t>
            </a:r>
          </a:p>
        </p:txBody>
      </p:sp>
      <p:pic>
        <p:nvPicPr>
          <p:cNvPr id="30" name="OCI icon:lane2-source" descr="logging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Log Group</a:t>
            </a:r>
          </a:p>
        </p:txBody>
      </p:sp>
      <p:pic>
        <p:nvPicPr>
          <p:cNvPr id="32" name="OCI icon:lane2-target" descr="search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Search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Supported source -&gt; group -&gt; search.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Supported source -&gt; group -&gt; search.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Object Storage service log example only; guest OS collection is not automatic.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service log만; Compute OS 로그 기본 수집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https://docs.oracle.com/en-us/iaas/Content/Logging/Concepts/loggingoverview.htm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https://docs.oracle.com/en-us/iaas/Content/Object/Tasks/logging.htm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