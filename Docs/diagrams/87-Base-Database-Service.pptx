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Base Database Service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Base Database Service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private database network design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storage selection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backup planning</a:t>
            </a:r>
          </a:p>
        </p:txBody>
      </p:sp>
      <p:pic>
        <p:nvPicPr>
          <p:cNvPr id="22" name="OCI icon:lane0-source" descr="virtual-cloud-network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DB network</a:t>
            </a:r>
          </a:p>
        </p:txBody>
      </p:sp>
      <p:pic>
        <p:nvPicPr>
          <p:cNvPr id="24" name="OCI icon:lane0-target" descr="databas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Base Database</a:t>
            </a:r>
          </a:p>
        </p:txBody>
      </p:sp>
      <p:pic>
        <p:nvPicPr>
          <p:cNvPr id="26" name="OCI icon:lane1-source" descr="block-storag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Storage options</a:t>
            </a:r>
          </a:p>
        </p:txBody>
      </p:sp>
      <p:pic>
        <p:nvPicPr>
          <p:cNvPr id="28" name="OCI icon:lane1-target" descr="databas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Base Database</a:t>
            </a:r>
          </a:p>
        </p:txBody>
      </p:sp>
      <p:pic>
        <p:nvPicPr>
          <p:cNvPr id="30" name="OCI icon:lane2-source" descr="databas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Base Database</a:t>
            </a:r>
          </a:p>
        </p:txBody>
      </p:sp>
      <p:pic>
        <p:nvPicPr>
          <p:cNvPr id="32" name="OCI icon:lane2-target" descr="back-up-restore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Backup plan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Design-only DB prerequisites.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Design-only DB prerequisites.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고비용 DB 명세 설계만; private·edition·권한·지원 조합 확인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https://docs.oracle.com/en/cloud/paas/base-database/index.html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