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DNS Health Checks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DNS Health Checks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external public endpoint probe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health observation result</a:t>
            </a:r>
          </a:p>
        </p:txBody>
      </p:sp>
      <p:pic>
        <p:nvPicPr>
          <p:cNvPr id="16" name="OCI icon:lane0-source" descr="health-checks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Vantage points</a:t>
            </a:r>
          </a:p>
        </p:txBody>
      </p:sp>
      <p:pic>
        <p:nvPicPr>
          <p:cNvPr id="18" name="OCI icon:lane0-target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Public test endpoint</a:t>
            </a:r>
          </a:p>
        </p:txBody>
      </p:sp>
      <p:pic>
        <p:nvPicPr>
          <p:cNvPr id="20" name="OCI icon:lane1-source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Public test endpoint</a:t>
            </a:r>
          </a:p>
        </p:txBody>
      </p:sp>
      <p:pic>
        <p:nvPicPr>
          <p:cNvPr id="22" name="OCI icon:lane1-target" descr="monitoring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Health observation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External probe -&gt; public endpoint.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External probe -&gt; public endpoint.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공개 endpoint 외부 관측; 내부 LB probe·private 대상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https://docs.oracle.com/en-us/iaas/Content/HealthChecks/Concepts/healthchecks.htm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