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Block Volume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Block Volume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additional data attachment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use disposable test data</a:t>
            </a:r>
          </a:p>
        </p:txBody>
      </p:sp>
      <p:pic>
        <p:nvPicPr>
          <p:cNvPr id="16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pic>
        <p:nvPicPr>
          <p:cNvPr id="18" name="OCI icon:lane0-target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Block Volume</a:t>
            </a:r>
          </a:p>
        </p:txBody>
      </p:sp>
      <p:pic>
        <p:nvPicPr>
          <p:cNvPr id="20" name="OCI icon:lane1-source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Block Volume</a:t>
            </a:r>
          </a:p>
        </p:txBody>
      </p:sp>
      <p:sp>
        <p:nvSpPr>
          <p:cNvPr id="22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Test data only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Data attachment (not boot disk).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Data attachment (not boot disk).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빈 추가 디스크 연결; 기존·boot 디스크 포맷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https://docs.oracle.com/en-us/iaas/Content/Block/Concepts/overview.htm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