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Metric-based Autoscaling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Metric-based Autoscaling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threshold and cooldown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resize within bounds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minimum / maximum constraint</a:t>
            </a:r>
          </a:p>
        </p:txBody>
      </p:sp>
      <p:pic>
        <p:nvPicPr>
          <p:cNvPr id="22" name="OCI icon:lane0-source" descr="monitorin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CPU metrics</a:t>
            </a:r>
          </a:p>
        </p:txBody>
      </p:sp>
      <p:pic>
        <p:nvPicPr>
          <p:cNvPr id="24" name="OCI icon:lane0-target" descr="autoscal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Autoscaling policy</a:t>
            </a:r>
          </a:p>
        </p:txBody>
      </p:sp>
      <p:pic>
        <p:nvPicPr>
          <p:cNvPr id="26" name="OCI icon:lane1-source" descr="autoscal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Autoscaling policy</a:t>
            </a:r>
          </a:p>
        </p:txBody>
      </p:sp>
      <p:pic>
        <p:nvPicPr>
          <p:cNvPr id="28" name="OCI icon:lane1-target" descr="instance-pool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sp>
        <p:nvSpPr>
          <p:cNvPr id="30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Min and max size</a:t>
            </a:r>
          </a:p>
        </p:txBody>
      </p:sp>
      <p:pic>
        <p:nvPicPr>
          <p:cNvPr id="31" name="OCI icon:lane2-target" descr="instance-pool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2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Metric trigger -&gt; bounded scaling.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Metric trigger -&gt; bounded scaling.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threshold·cooldown·상한; 무제한 부하·scale-in 데이터 보존 가정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https://docs.oracle.com/en-us/iaas/Content/Compute/Tasks/autoscalinginstancepools.htm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