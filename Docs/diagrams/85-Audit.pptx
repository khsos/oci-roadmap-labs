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Audit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Audit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Relationship:r0:0"/>
          <p:cNvCxnSpPr>
            <a:stCxn id="9" idx="3"/>
            <a:endCxn id="10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supported API audit record</a:t>
            </a:r>
          </a:p>
        </p:txBody>
      </p:sp>
      <p:cxnSp>
        <p:nvCxnSpPr>
          <p:cNvPr id="12" name="Relationship:r1:0"/>
          <p:cNvCxnSpPr>
            <a:stCxn id="13" idx="3"/>
            <a:endCxn id="14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inspect identity / target / response</a:t>
            </a:r>
          </a:p>
        </p:txBody>
      </p:sp>
      <p:pic>
        <p:nvPicPr>
          <p:cNvPr id="16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17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API request</a:t>
            </a:r>
          </a:p>
        </p:txBody>
      </p:sp>
      <p:pic>
        <p:nvPicPr>
          <p:cNvPr id="18" name="OCI icon:lane0-target" descr="audit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19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Audit event</a:t>
            </a:r>
          </a:p>
        </p:txBody>
      </p:sp>
      <p:pic>
        <p:nvPicPr>
          <p:cNvPr id="20" name="OCI icon:lane1-source" descr="audit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1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Audit event</a:t>
            </a:r>
          </a:p>
        </p:txBody>
      </p:sp>
      <p:sp>
        <p:nvSpPr>
          <p:cNvPr id="22" name="Non-service concept:lane1-target"/>
          <p:cNvSpPr txBox="1"/>
          <p:nvPr/>
        </p:nvSpPr>
        <p:spPr>
          <a:xfrm>
            <a:off x="9144000" y="3264408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Identity target response</a:t>
            </a:r>
          </a:p>
        </p:txBody>
      </p:sp>
      <p:sp>
        <p:nvSpPr>
          <p:cNvPr id="2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Supported API request -&gt; audit record.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2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Supported API request -&gt; audit record.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지원 API 기록; 모든 데이터 평면 동작 보장 없음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https://docs.oracle.com/en-us/iaas/Content/Audit/Concepts/auditoverview.htm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