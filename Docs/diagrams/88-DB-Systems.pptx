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DB Systems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DB Systems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n0"/>
          <p:cNvSpPr/>
          <p:nvPr/>
        </p:nvSpPr>
        <p:spPr>
          <a:xfrm>
            <a:off x="777240" y="2148840"/>
            <a:ext cx="2011680" cy="16002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n1"/>
          <p:cNvSpPr/>
          <p:nvPr/>
        </p:nvSpPr>
        <p:spPr>
          <a:xfrm>
            <a:off x="3639312" y="2148840"/>
            <a:ext cx="2011680" cy="16002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n2"/>
          <p:cNvSpPr/>
          <p:nvPr/>
        </p:nvSpPr>
        <p:spPr>
          <a:xfrm>
            <a:off x="6501383" y="2148840"/>
            <a:ext cx="2011680" cy="16002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n3"/>
          <p:cNvSpPr/>
          <p:nvPr/>
        </p:nvSpPr>
        <p:spPr>
          <a:xfrm>
            <a:off x="9363456" y="2148840"/>
            <a:ext cx="2011680" cy="160020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decision"/>
          <p:cNvSpPr/>
          <p:nvPr/>
        </p:nvSpPr>
        <p:spPr>
          <a:xfrm>
            <a:off x="3200400" y="4846320"/>
            <a:ext cx="5760720" cy="73152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Relationship:dimension0:0"/>
          <p:cNvCxnSpPr>
            <a:stCxn id="10" idx="3"/>
          </p:cNvCxnSpPr>
          <p:nvPr/>
        </p:nvCxnSpPr>
        <p:spPr>
          <a:xfrm flipH="1">
            <a:off x="1783080" y="3749039"/>
            <a:ext cx="913" cy="54864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dge port:dimension0:source"/>
          <p:cNvSpPr/>
          <p:nvPr/>
        </p:nvSpPr>
        <p:spPr>
          <a:xfrm>
            <a:off x="178216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Relationship:dimension0:1"/>
          <p:cNvCxnSpPr/>
          <p:nvPr/>
        </p:nvCxnSpPr>
        <p:spPr>
          <a:xfrm>
            <a:off x="1783080" y="4297680"/>
            <a:ext cx="4297680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lationship:dimension0:2"/>
          <p:cNvCxnSpPr>
            <a:endCxn id="13" idx="1"/>
          </p:cNvCxnSpPr>
          <p:nvPr/>
        </p:nvCxnSpPr>
        <p:spPr>
          <a:xfrm flipH="1">
            <a:off x="6079845" y="4297680"/>
            <a:ext cx="915" cy="54863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dimension0:target"/>
          <p:cNvSpPr/>
          <p:nvPr/>
        </p:nvSpPr>
        <p:spPr>
          <a:xfrm>
            <a:off x="6079845" y="48454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Relationship:dimension1:0"/>
          <p:cNvCxnSpPr>
            <a:stCxn id="15" idx="3"/>
          </p:cNvCxnSpPr>
          <p:nvPr/>
        </p:nvCxnSpPr>
        <p:spPr>
          <a:xfrm flipH="1">
            <a:off x="4645152" y="3749039"/>
            <a:ext cx="913" cy="54864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dimension1:source"/>
          <p:cNvSpPr/>
          <p:nvPr/>
        </p:nvSpPr>
        <p:spPr>
          <a:xfrm>
            <a:off x="4644237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Relationship:dimension1:1"/>
          <p:cNvCxnSpPr/>
          <p:nvPr/>
        </p:nvCxnSpPr>
        <p:spPr>
          <a:xfrm>
            <a:off x="4645152" y="4297680"/>
            <a:ext cx="1435608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elationship:dimension1:2"/>
          <p:cNvCxnSpPr>
            <a:endCxn id="18" idx="1"/>
          </p:cNvCxnSpPr>
          <p:nvPr/>
        </p:nvCxnSpPr>
        <p:spPr>
          <a:xfrm flipH="1">
            <a:off x="6079845" y="4297680"/>
            <a:ext cx="915" cy="54863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dge port:dimension1:target"/>
          <p:cNvSpPr/>
          <p:nvPr/>
        </p:nvSpPr>
        <p:spPr>
          <a:xfrm>
            <a:off x="6079845" y="48454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Relationship:dimension2:0"/>
          <p:cNvCxnSpPr>
            <a:stCxn id="20" idx="3"/>
          </p:cNvCxnSpPr>
          <p:nvPr/>
        </p:nvCxnSpPr>
        <p:spPr>
          <a:xfrm flipH="1">
            <a:off x="7507223" y="3749039"/>
            <a:ext cx="914" cy="54864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dge port:dimension2:source"/>
          <p:cNvSpPr/>
          <p:nvPr/>
        </p:nvSpPr>
        <p:spPr>
          <a:xfrm>
            <a:off x="7506309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Relationship:dimension2:1"/>
          <p:cNvCxnSpPr/>
          <p:nvPr/>
        </p:nvCxnSpPr>
        <p:spPr>
          <a:xfrm flipH="1">
            <a:off x="6080760" y="4297680"/>
            <a:ext cx="1426463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elationship:dimension2:2"/>
          <p:cNvCxnSpPr>
            <a:endCxn id="23" idx="1"/>
          </p:cNvCxnSpPr>
          <p:nvPr/>
        </p:nvCxnSpPr>
        <p:spPr>
          <a:xfrm flipH="1">
            <a:off x="6079845" y="4297680"/>
            <a:ext cx="915" cy="54863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dge port:dimension2:target"/>
          <p:cNvSpPr/>
          <p:nvPr/>
        </p:nvSpPr>
        <p:spPr>
          <a:xfrm>
            <a:off x="6079845" y="48454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Relationship:dimension3:0"/>
          <p:cNvCxnSpPr>
            <a:stCxn id="25" idx="3"/>
          </p:cNvCxnSpPr>
          <p:nvPr/>
        </p:nvCxnSpPr>
        <p:spPr>
          <a:xfrm flipH="1">
            <a:off x="10369296" y="3749039"/>
            <a:ext cx="913" cy="54864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dge port:dimension3:source"/>
          <p:cNvSpPr/>
          <p:nvPr/>
        </p:nvSpPr>
        <p:spPr>
          <a:xfrm>
            <a:off x="10368381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Relationship:dimension3:1"/>
          <p:cNvCxnSpPr/>
          <p:nvPr/>
        </p:nvCxnSpPr>
        <p:spPr>
          <a:xfrm flipH="1">
            <a:off x="6080760" y="4297680"/>
            <a:ext cx="4288536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lationship:dimension3:2"/>
          <p:cNvCxnSpPr>
            <a:endCxn id="28" idx="1"/>
          </p:cNvCxnSpPr>
          <p:nvPr/>
        </p:nvCxnSpPr>
        <p:spPr>
          <a:xfrm flipH="1">
            <a:off x="6079845" y="4297680"/>
            <a:ext cx="915" cy="54863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dge port:dimension3:target"/>
          <p:cNvSpPr/>
          <p:nvPr/>
        </p:nvSpPr>
        <p:spPr>
          <a:xfrm>
            <a:off x="6079845" y="48454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Relationship:rac-asm:0"/>
          <p:cNvCxnSpPr>
            <a:stCxn id="30" idx="3"/>
            <a:endCxn id="31" idx="1"/>
          </p:cNvCxnSpPr>
          <p:nvPr/>
        </p:nvCxnSpPr>
        <p:spPr>
          <a:xfrm>
            <a:off x="5651905" y="2834639"/>
            <a:ext cx="848564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dge port:rac-asm:source"/>
          <p:cNvSpPr/>
          <p:nvPr/>
        </p:nvSpPr>
        <p:spPr>
          <a:xfrm>
            <a:off x="5650077" y="2833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ge port:rac-asm:target"/>
          <p:cNvSpPr/>
          <p:nvPr/>
        </p:nvSpPr>
        <p:spPr>
          <a:xfrm>
            <a:off x="6500469" y="2833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ge label:rac-asm"/>
          <p:cNvSpPr txBox="1"/>
          <p:nvPr/>
        </p:nvSpPr>
        <p:spPr>
          <a:xfrm>
            <a:off x="3566160" y="1691640"/>
            <a:ext cx="3657600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RAC requires ASM</a:t>
            </a:r>
          </a:p>
        </p:txBody>
      </p:sp>
      <p:pic>
        <p:nvPicPr>
          <p:cNvPr id="33" name="OCI icon:n0" descr="databas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850" y="2231136"/>
            <a:ext cx="318459" cy="566928"/>
          </a:xfrm>
          <a:prstGeom prst="rect">
            <a:avLst/>
          </a:prstGeom>
        </p:spPr>
      </p:pic>
      <p:sp>
        <p:nvSpPr>
          <p:cNvPr id="34" name="Node label:n0"/>
          <p:cNvSpPr txBox="1"/>
          <p:nvPr/>
        </p:nvSpPr>
        <p:spPr>
          <a:xfrm>
            <a:off x="777240" y="2880360"/>
            <a:ext cx="2011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Single-node DB</a:t>
            </a:r>
          </a:p>
        </p:txBody>
      </p:sp>
      <p:pic>
        <p:nvPicPr>
          <p:cNvPr id="35" name="OCI icon:n1" descr="rac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922" y="2231136"/>
            <a:ext cx="318459" cy="566928"/>
          </a:xfrm>
          <a:prstGeom prst="rect">
            <a:avLst/>
          </a:prstGeom>
        </p:spPr>
      </p:pic>
      <p:sp>
        <p:nvSpPr>
          <p:cNvPr id="36" name="Node label:n1"/>
          <p:cNvSpPr txBox="1"/>
          <p:nvPr/>
        </p:nvSpPr>
        <p:spPr>
          <a:xfrm>
            <a:off x="3639312" y="2880360"/>
            <a:ext cx="2011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Multi-node RAC</a:t>
            </a:r>
          </a:p>
        </p:txBody>
      </p:sp>
      <p:pic>
        <p:nvPicPr>
          <p:cNvPr id="37" name="OCI icon:n2" descr="block-storag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994" y="2231136"/>
            <a:ext cx="318459" cy="566928"/>
          </a:xfrm>
          <a:prstGeom prst="rect">
            <a:avLst/>
          </a:prstGeom>
        </p:spPr>
      </p:pic>
      <p:sp>
        <p:nvSpPr>
          <p:cNvPr id="38" name="Node label:n2"/>
          <p:cNvSpPr txBox="1"/>
          <p:nvPr/>
        </p:nvSpPr>
        <p:spPr>
          <a:xfrm>
            <a:off x="6501383" y="2880360"/>
            <a:ext cx="2011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ASM storage</a:t>
            </a:r>
          </a:p>
        </p:txBody>
      </p:sp>
      <p:pic>
        <p:nvPicPr>
          <p:cNvPr id="39" name="OCI icon:n3" descr="block-storag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066" y="2231136"/>
            <a:ext cx="318459" cy="566928"/>
          </a:xfrm>
          <a:prstGeom prst="rect">
            <a:avLst/>
          </a:prstGeom>
        </p:spPr>
      </p:pic>
      <p:sp>
        <p:nvSpPr>
          <p:cNvPr id="40" name="Node label:n3"/>
          <p:cNvSpPr txBox="1"/>
          <p:nvPr/>
        </p:nvSpPr>
        <p:spPr>
          <a:xfrm>
            <a:off x="9363456" y="2880360"/>
            <a:ext cx="2011680" cy="8686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LVM option</a:t>
            </a:r>
          </a:p>
        </p:txBody>
      </p:sp>
      <p:sp>
        <p:nvSpPr>
          <p:cNvPr id="41" name="Non-service concept:decision"/>
          <p:cNvSpPr txBox="1"/>
          <p:nvPr/>
        </p:nvSpPr>
        <p:spPr>
          <a:xfrm>
            <a:off x="3200400" y="4956048"/>
            <a:ext cx="5760720" cy="62179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Check supported node-count / storage combinations</a:t>
            </a:r>
          </a:p>
        </p:txBody>
      </p:sp>
      <p:sp>
        <p:nvSpPr>
          <p:cNvPr id="4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RAC requires ASM. LVM fast provisioning is a supported single-node option only.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4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RAC requires ASM. LVM fast provisioning is a supported single-node option only.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RAC는 ASM; LVM fast provisioning 지원 조건 별도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https://docs.oracle.com/en/cloud/paas/base-database/about-dbs/index.html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