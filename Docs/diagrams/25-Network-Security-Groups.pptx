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Network Security Groups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Network Security Groups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VNIC membership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VNIC membership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interface of compute</a:t>
            </a:r>
          </a:p>
        </p:txBody>
      </p:sp>
      <p:pic>
        <p:nvPicPr>
          <p:cNvPr id="22" name="OCI icon:lane0-source" descr="nsg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NSG</a:t>
            </a:r>
          </a:p>
        </p:txBody>
      </p:sp>
      <p:sp>
        <p:nvSpPr>
          <p:cNvPr id="24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VNIC A</a:t>
            </a:r>
          </a:p>
        </p:txBody>
      </p:sp>
      <p:pic>
        <p:nvPicPr>
          <p:cNvPr id="25" name="OCI icon:lane1-source" descr="nsg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6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NSG</a:t>
            </a:r>
          </a:p>
        </p:txBody>
      </p:sp>
      <p:sp>
        <p:nvSpPr>
          <p:cNvPr id="27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VNIC B</a:t>
            </a:r>
          </a:p>
        </p:txBody>
      </p:sp>
      <p:sp>
        <p:nvSpPr>
          <p:cNvPr id="28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VNIC A</a:t>
            </a:r>
          </a:p>
        </p:txBody>
      </p:sp>
      <p:pic>
        <p:nvPicPr>
          <p:cNvPr id="29" name="OCI icon:lane2-target" descr="comput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0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</a:t>
            </a:r>
          </a:p>
        </p:txBody>
      </p:sp>
      <p:sp>
        <p:nvSpPr>
          <p:cNvPr id="31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NSG membership selects VNICs.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2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NSG membership selects VNICs.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NSG 멤버는 VNIC; Subnet 단위 Security List와 함께 검토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https://docs.oracle.com/en-us/iaas/Content/Network/Concepts/securityrules.htm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