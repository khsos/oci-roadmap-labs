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VNICs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VNICs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primary network interface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subnet attachment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VNIC membership</a:t>
            </a:r>
          </a:p>
        </p:txBody>
      </p:sp>
      <p:pic>
        <p:nvPicPr>
          <p:cNvPr id="22" name="OCI icon:lane0-source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</a:t>
            </a:r>
          </a:p>
        </p:txBody>
      </p:sp>
      <p:sp>
        <p:nvSpPr>
          <p:cNvPr id="24" name="Non-service concept:lane0-target"/>
          <p:cNvSpPr txBox="1"/>
          <p:nvPr/>
        </p:nvSpPr>
        <p:spPr>
          <a:xfrm>
            <a:off x="91440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Primary VNIC</a:t>
            </a:r>
          </a:p>
        </p:txBody>
      </p:sp>
      <p:sp>
        <p:nvSpPr>
          <p:cNvPr id="25" name="Non-service concept:lane1-source"/>
          <p:cNvSpPr txBox="1"/>
          <p:nvPr/>
        </p:nvSpPr>
        <p:spPr>
          <a:xfrm>
            <a:off x="9144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Primary VNIC</a:t>
            </a:r>
          </a:p>
        </p:txBody>
      </p:sp>
      <p:sp>
        <p:nvSpPr>
          <p:cNvPr id="26" name="Non-service concept:lane1-target"/>
          <p:cNvSpPr txBox="1"/>
          <p:nvPr/>
        </p:nvSpPr>
        <p:spPr>
          <a:xfrm>
            <a:off x="91440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Subnet</a:t>
            </a:r>
          </a:p>
        </p:txBody>
      </p:sp>
      <p:pic>
        <p:nvPicPr>
          <p:cNvPr id="27" name="OCI icon:lane2-source" descr="nsg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4608576"/>
            <a:ext cx="318459" cy="566928"/>
          </a:xfrm>
          <a:prstGeom prst="rect">
            <a:avLst/>
          </a:prstGeom>
        </p:spPr>
      </p:pic>
      <p:sp>
        <p:nvSpPr>
          <p:cNvPr id="28" name="Node label:lane2-source"/>
          <p:cNvSpPr txBox="1"/>
          <p:nvPr/>
        </p:nvSpPr>
        <p:spPr>
          <a:xfrm>
            <a:off x="9144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NSG</a:t>
            </a:r>
          </a:p>
        </p:txBody>
      </p:sp>
      <p:sp>
        <p:nvSpPr>
          <p:cNvPr id="29" name="Non-service concept:lane2-target"/>
          <p:cNvSpPr txBox="1"/>
          <p:nvPr/>
        </p:nvSpPr>
        <p:spPr>
          <a:xfrm>
            <a:off x="9144000" y="46360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Primary VNIC</a:t>
            </a:r>
          </a:p>
        </p:txBody>
      </p:sp>
      <p:sp>
        <p:nvSpPr>
          <p:cNvPr id="30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Compute interface and associations.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1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Compute interface and associations.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VNIC·Subnet·private IP·NSG 관계; 별도 VM 아님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https://docs.oracle.com/en-us/iaas/Content/Network/Concepts/overview.htm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