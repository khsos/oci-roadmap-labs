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Events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Events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event matching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configured notifications action</a:t>
            </a:r>
          </a:p>
        </p:txBody>
      </p:sp>
      <p:pic>
        <p:nvPicPr>
          <p:cNvPr id="16" name="OCI icon:lane0-source" descr="object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Supported resource event</a:t>
            </a:r>
          </a:p>
        </p:txBody>
      </p:sp>
      <p:pic>
        <p:nvPicPr>
          <p:cNvPr id="18" name="OCI icon:lane0-target" descr="observability-and-management-even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Events Rule</a:t>
            </a:r>
          </a:p>
        </p:txBody>
      </p:sp>
      <p:pic>
        <p:nvPicPr>
          <p:cNvPr id="20" name="OCI icon:lane1-source" descr="observability-and-management-event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Events Rule</a:t>
            </a:r>
          </a:p>
        </p:txBody>
      </p:sp>
      <p:pic>
        <p:nvPicPr>
          <p:cNvPr id="22" name="OCI icon:lane1-target" descr="notifications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3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Notifications action</a:t>
            </a:r>
          </a:p>
        </p:txBody>
      </p:sp>
      <p:sp>
        <p:nvSpPr>
          <p:cNvPr id="2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Event match -&gt; notifications action.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Event match -&gt; notifications action.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지원 event type·matching; object event 추가 설정 확인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https://docs.oracle.com/en-us/iaas/Content/Events/Concepts/eventsoverview.htm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