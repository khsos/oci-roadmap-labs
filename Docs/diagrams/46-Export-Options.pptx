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Export Options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Export Options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source matches export option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NFS access permission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export references filesystem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NFS client source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options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options</a:t>
            </a:r>
          </a:p>
        </p:txBody>
      </p:sp>
      <p:pic>
        <p:nvPicPr>
          <p:cNvPr id="26" name="OCI icon:lane1-target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</a:t>
            </a:r>
          </a:p>
        </p:txBody>
      </p:sp>
      <p:pic>
        <p:nvPicPr>
          <p:cNvPr id="28" name="OCI icon:lane2-source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</a:t>
            </a:r>
          </a:p>
        </p:txBody>
      </p:sp>
      <p:pic>
        <p:nvPicPr>
          <p:cNvPr id="30" name="OCI icon:lane2-target" descr="file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File System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Source match and export access.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Source match and export access.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source·권한·root squash 비교; IAM·NSG 대체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https://docs.oracle.com/en-us/iaas/Content/File/Concepts/filestorageoverview.htm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https://docs.oracle.com/en-us/iaas/Content/File/Tasks/exportoptions.htm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