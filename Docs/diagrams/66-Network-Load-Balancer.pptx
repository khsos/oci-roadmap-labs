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Network Load Balancer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Network Load Balancer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L3/L4 listener traffic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backend selection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backend membership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TCP client</a:t>
            </a:r>
          </a:p>
        </p:txBody>
      </p:sp>
      <p:pic>
        <p:nvPicPr>
          <p:cNvPr id="24" name="OCI icon:lane0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Network Load Balancer</a:t>
            </a:r>
          </a:p>
        </p:txBody>
      </p:sp>
      <p:pic>
        <p:nvPicPr>
          <p:cNvPr id="26" name="OCI icon:lane1-source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Network Load Balancer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</a:t>
            </a:r>
          </a:p>
        </p:txBody>
      </p:sp>
      <p:pic>
        <p:nvPicPr>
          <p:cNvPr id="30" name="OCI icon:lane2-target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backend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L3/L4 listener -&gt; backend selection.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L3/L4 listener -&gt; backend selection.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uses disclosed Load Balancer-family toolkit symbol; not an HTTP LB / WAF association.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L3/L4; WAF 부착 금지; LB 계열 아이콘 대체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TCP client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Network Load Balancer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Compute backend uses Oracle Load Balancer family icon; not an exact NLB asset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https://docs.oracle.com/en-us/iaas/Content/NetworkLoadBalancer/introduction.htm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