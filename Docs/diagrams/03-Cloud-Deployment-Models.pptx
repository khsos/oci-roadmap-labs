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Cloud Deployment Models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Cloud Deployment Models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private-side connectivity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hybrid cloud relationship</a:t>
            </a:r>
          </a:p>
        </p:txBody>
      </p:sp>
      <p:pic>
        <p:nvPicPr>
          <p:cNvPr id="16" name="OCI icon:lane0-source" descr="customer-data-cent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environment</a:t>
            </a:r>
          </a:p>
        </p:txBody>
      </p:sp>
      <p:pic>
        <p:nvPicPr>
          <p:cNvPr id="18" name="OCI icon:lane0-target" descr="backbon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Hybrid connectivity</a:t>
            </a:r>
          </a:p>
        </p:txBody>
      </p:sp>
      <p:pic>
        <p:nvPicPr>
          <p:cNvPr id="20" name="OCI icon:lane1-source" descr="backbon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Hybrid connectivity</a:t>
            </a:r>
          </a:p>
        </p:txBody>
      </p:sp>
      <p:pic>
        <p:nvPicPr>
          <p:cNvPr id="22" name="OCI icon:lane1-target" descr="cloud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3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Public cloud</a:t>
            </a:r>
          </a:p>
        </p:txBody>
      </p:sp>
      <p:sp>
        <p:nvSpPr>
          <p:cNvPr id="2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Deployment-model comparison.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Deployment-model comparison.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 cloud와 public Subnet 구분; 회선 개통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https://www.oracle.com/cloud/what-is-cloud-computing/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