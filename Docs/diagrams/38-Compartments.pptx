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Compartments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Compartments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parent"/>
          <p:cNvSpPr/>
          <p:nvPr/>
        </p:nvSpPr>
        <p:spPr>
          <a:xfrm>
            <a:off x="640080" y="1645920"/>
            <a:ext cx="10881360" cy="420624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parent"/>
          <p:cNvSpPr txBox="1"/>
          <p:nvPr/>
        </p:nvSpPr>
        <p:spPr>
          <a:xfrm>
            <a:off x="749808" y="1755648"/>
            <a:ext cx="1066190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Parent Compartment</a:t>
            </a:r>
          </a:p>
        </p:txBody>
      </p:sp>
      <p:sp>
        <p:nvSpPr>
          <p:cNvPr id="6" name="Semantic group:child"/>
          <p:cNvSpPr/>
          <p:nvPr/>
        </p:nvSpPr>
        <p:spPr>
          <a:xfrm>
            <a:off x="1874519" y="2423160"/>
            <a:ext cx="8321040" cy="288036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child"/>
          <p:cNvSpPr txBox="1"/>
          <p:nvPr/>
        </p:nvSpPr>
        <p:spPr>
          <a:xfrm>
            <a:off x="1984248" y="2532888"/>
            <a:ext cx="8101583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Child Compartment</a:t>
            </a:r>
          </a:p>
        </p:txBody>
      </p:sp>
      <p:sp>
        <p:nvSpPr>
          <p:cNvPr id="8" name="Node anchor:resource"/>
          <p:cNvSpPr/>
          <p:nvPr/>
        </p:nvSpPr>
        <p:spPr>
          <a:xfrm>
            <a:off x="4754880" y="3246120"/>
            <a:ext cx="2468880" cy="16459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OCI icon:re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090" y="3328415"/>
            <a:ext cx="318459" cy="566928"/>
          </a:xfrm>
          <a:prstGeom prst="rect">
            <a:avLst/>
          </a:prstGeom>
        </p:spPr>
      </p:pic>
      <p:sp>
        <p:nvSpPr>
          <p:cNvPr id="10" name="Node label:resource"/>
          <p:cNvSpPr txBox="1"/>
          <p:nvPr/>
        </p:nvSpPr>
        <p:spPr>
          <a:xfrm>
            <a:off x="4754880" y="3977639"/>
            <a:ext cx="2468880" cy="9144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resource</a:t>
            </a:r>
          </a:p>
        </p:txBody>
      </p:sp>
      <p:sp>
        <p:nvSpPr>
          <p:cNvPr id="1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Parent &gt; child &gt; resource scope.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1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Parent &gt; child &gt; resource scope.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Administrative containment is not automatic network isolation.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관리 계층; 네트워크 분리 자동 제공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