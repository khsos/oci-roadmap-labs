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Monitoring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Monitoring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metric emission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metric alarm evaluation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notification destination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metrics</a:t>
            </a:r>
          </a:p>
        </p:txBody>
      </p:sp>
      <p:pic>
        <p:nvPicPr>
          <p:cNvPr id="24" name="OCI icon:lane0-target" descr="monitor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Monitoring</a:t>
            </a:r>
          </a:p>
        </p:txBody>
      </p:sp>
      <p:pic>
        <p:nvPicPr>
          <p:cNvPr id="26" name="OCI icon:lane1-source" descr="monitor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Monitoring</a:t>
            </a:r>
          </a:p>
        </p:txBody>
      </p:sp>
      <p:pic>
        <p:nvPicPr>
          <p:cNvPr id="28" name="OCI icon:lane1-target" descr="alarm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Alarm</a:t>
            </a:r>
          </a:p>
        </p:txBody>
      </p:sp>
      <p:pic>
        <p:nvPicPr>
          <p:cNvPr id="30" name="OCI icon:lane2-source" descr="alarm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Alarm</a:t>
            </a:r>
          </a:p>
        </p:txBody>
      </p:sp>
      <p:pic>
        <p:nvPicPr>
          <p:cNvPr id="32" name="OCI icon:lane2-target" descr="notifications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Metrics -&gt; alarm -&gt; notification.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Metrics -&gt; alarm -&gt; notification.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metric 제공·수집 요건 확인; namespace·dimension·alarm 관계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https://docs.oracle.com/en-us/iaas/Content/Monitoring/Concepts/monitoringoverview.htm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