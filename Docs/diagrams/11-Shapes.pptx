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Shapes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Shapes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check compatibility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select supported OCPU / memory</a:t>
            </a:r>
          </a:p>
        </p:txBody>
      </p:sp>
      <p:sp>
        <p:nvSpPr>
          <p:cNvPr id="16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Compatible image</a:t>
            </a:r>
          </a:p>
        </p:txBody>
      </p:sp>
      <p:pic>
        <p:nvPicPr>
          <p:cNvPr id="17" name="OCI icon:lane0-target" descr="flex-virtual-machine-flex-vm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8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Flex Shape</a:t>
            </a:r>
          </a:p>
        </p:txBody>
      </p:sp>
      <p:pic>
        <p:nvPicPr>
          <p:cNvPr id="19" name="OCI icon:lane1-source" descr="flex-virtual-machine-flex-vm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0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Flex Shape</a:t>
            </a:r>
          </a:p>
        </p:txBody>
      </p:sp>
      <p:sp>
        <p:nvSpPr>
          <p:cNvPr id="21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OCPU and memory</a:t>
            </a:r>
          </a:p>
        </p:txBody>
      </p:sp>
      <p:sp>
        <p:nvSpPr>
          <p:cNvPr id="2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Image compatibility -&gt; shape selection.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Image compatibility -&gt; shape selection.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이미지 아키텍처·Shape 호환 비교; 용량 보장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https://docs.oracle.com/en-us/iaas/Content/Compute/References/computeshapes.htm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