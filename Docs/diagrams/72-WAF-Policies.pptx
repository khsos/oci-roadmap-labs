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WAF Policies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WAF Policies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configured request rules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rule evaluation action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enforcement at HTTP LB</a:t>
            </a:r>
          </a:p>
        </p:txBody>
      </p:sp>
      <p:pic>
        <p:nvPicPr>
          <p:cNvPr id="22" name="OCI icon:lane0-source" descr="waf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WAF Policy</a:t>
            </a:r>
          </a:p>
        </p:txBody>
      </p:sp>
      <p:sp>
        <p:nvSpPr>
          <p:cNvPr id="24" name="Non-service concept:lane0-target"/>
          <p:cNvSpPr txBox="1"/>
          <p:nvPr/>
        </p:nvSpPr>
        <p:spPr>
          <a:xfrm>
            <a:off x="91440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Request rules</a:t>
            </a:r>
          </a:p>
        </p:txBody>
      </p:sp>
      <p:sp>
        <p:nvSpPr>
          <p:cNvPr id="25" name="Non-service concept:lane1-source"/>
          <p:cNvSpPr txBox="1"/>
          <p:nvPr/>
        </p:nvSpPr>
        <p:spPr>
          <a:xfrm>
            <a:off x="9144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Request rules</a:t>
            </a:r>
          </a:p>
        </p:txBody>
      </p:sp>
      <p:sp>
        <p:nvSpPr>
          <p:cNvPr id="26" name="Non-service concept:lane1-target"/>
          <p:cNvSpPr txBox="1"/>
          <p:nvPr/>
        </p:nvSpPr>
        <p:spPr>
          <a:xfrm>
            <a:off x="91440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Action</a:t>
            </a:r>
          </a:p>
        </p:txBody>
      </p:sp>
      <p:sp>
        <p:nvSpPr>
          <p:cNvPr id="27" name="Non-service concept:lane2-source"/>
          <p:cNvSpPr txBox="1"/>
          <p:nvPr/>
        </p:nvSpPr>
        <p:spPr>
          <a:xfrm>
            <a:off x="9144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Action</a:t>
            </a:r>
          </a:p>
        </p:txBody>
      </p:sp>
      <p:pic>
        <p:nvPicPr>
          <p:cNvPr id="28" name="OCI icon:lane2-target" descr="load-balancer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29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HTTP Load Balancer</a:t>
            </a:r>
          </a:p>
        </p:txBody>
      </p:sp>
      <p:sp>
        <p:nvSpPr>
          <p:cNvPr id="30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Rule evaluation -&gt; LB enforcement action.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1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Rule evaluation -&gt; LB enforcement action.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policy·rule·action·LB 분리; Edge와 regional 혼동 금지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https://docs.oracle.com/en-us/iaas/Content/WAF/Concepts/overview.htm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