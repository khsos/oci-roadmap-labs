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Public Subnets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Public Subnets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permits optional public IP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requires Internet route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requires applicable allow rules</a:t>
            </a:r>
          </a:p>
        </p:txBody>
      </p:sp>
      <p:sp>
        <p:nvSpPr>
          <p:cNvPr id="22" name="Non-service concept:lane0-source"/>
          <p:cNvSpPr txBox="1"/>
          <p:nvPr/>
        </p:nvSpPr>
        <p:spPr>
          <a:xfrm>
            <a:off x="9144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Public Subnet</a:t>
            </a:r>
          </a:p>
        </p:txBody>
      </p:sp>
      <p:sp>
        <p:nvSpPr>
          <p:cNvPr id="23" name="Non-service concept:lane0-target"/>
          <p:cNvSpPr txBox="1"/>
          <p:nvPr/>
        </p:nvSpPr>
        <p:spPr>
          <a:xfrm>
            <a:off x="91440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VNIC public IP (optional)</a:t>
            </a:r>
          </a:p>
        </p:txBody>
      </p:sp>
      <p:sp>
        <p:nvSpPr>
          <p:cNvPr id="24" name="Non-service concept:lane1-source"/>
          <p:cNvSpPr txBox="1"/>
          <p:nvPr/>
        </p:nvSpPr>
        <p:spPr>
          <a:xfrm>
            <a:off x="9144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VNIC public IP (optional)</a:t>
            </a:r>
          </a:p>
        </p:txBody>
      </p:sp>
      <p:pic>
        <p:nvPicPr>
          <p:cNvPr id="25" name="OCI icon:lane1-target" descr="internet-gateway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6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Internet Gateway</a:t>
            </a:r>
          </a:p>
        </p:txBody>
      </p:sp>
      <p:pic>
        <p:nvPicPr>
          <p:cNvPr id="27" name="OCI icon:lane2-source" descr="security-list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28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Security rules</a:t>
            </a:r>
          </a:p>
        </p:txBody>
      </p:sp>
      <p:sp>
        <p:nvSpPr>
          <p:cNvPr id="29" name="Non-service concept:lane2-target"/>
          <p:cNvSpPr txBox="1"/>
          <p:nvPr/>
        </p:nvSpPr>
        <p:spPr>
          <a:xfrm>
            <a:off x="91440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VNIC public IP (optional)</a:t>
            </a:r>
          </a:p>
        </p:txBody>
      </p:sp>
      <p:sp>
        <p:nvSpPr>
          <p:cNvPr id="30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Public IP + route + rules required.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1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Public IP + route + rules required.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public IP 허용일 뿐; IP·IGW 경로·규칙 함께 필요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https://docs.oracle.com/en-us/iaas/Content/Network/Concepts/overview.htm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