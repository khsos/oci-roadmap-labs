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OCID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OCID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resource identifier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parse documented OCID fields</a:t>
            </a:r>
          </a:p>
        </p:txBody>
      </p:sp>
      <p:pic>
        <p:nvPicPr>
          <p:cNvPr id="16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resource</a:t>
            </a:r>
          </a:p>
        </p:txBody>
      </p:sp>
      <p:pic>
        <p:nvPicPr>
          <p:cNvPr id="18" name="OCI icon:lane0-target" descr="oracle-cloud-identifi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OCID</a:t>
            </a:r>
          </a:p>
        </p:txBody>
      </p:sp>
      <p:pic>
        <p:nvPicPr>
          <p:cNvPr id="20" name="OCI icon:lane1-source" descr="oracle-cloud-identifi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OCID</a:t>
            </a:r>
          </a:p>
        </p:txBody>
      </p:sp>
      <p:sp>
        <p:nvSpPr>
          <p:cNvPr id="22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Type and scope fields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Identifier fields, not authentication.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Identifier fields, not authentication.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공식 구문·가상 값만; OCID는 접근 인증 토큰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https://docs.oracle.com/en-us/iaas/Content/General/Concepts/identifiers.htm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