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Boot Volume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Boot Volume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boot attachment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termination retention choice</a:t>
            </a:r>
          </a:p>
        </p:txBody>
      </p:sp>
      <p:pic>
        <p:nvPicPr>
          <p:cNvPr id="16" name="OCI icon:lane0-source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VM</a:t>
            </a:r>
          </a:p>
        </p:txBody>
      </p:sp>
      <p:pic>
        <p:nvPicPr>
          <p:cNvPr id="18" name="OCI icon:lane0-target" descr="block-storag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9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Boot Volume</a:t>
            </a:r>
          </a:p>
        </p:txBody>
      </p:sp>
      <p:pic>
        <p:nvPicPr>
          <p:cNvPr id="20" name="OCI icon:lane1-source" descr="block-storag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Boot Volume</a:t>
            </a:r>
          </a:p>
        </p:txBody>
      </p:sp>
      <p:sp>
        <p:nvSpPr>
          <p:cNvPr id="22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Preserve or delete</a:t>
            </a:r>
          </a:p>
        </p:txBody>
      </p:sp>
      <p:sp>
        <p:nvSpPr>
          <p:cNvPr id="23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Boot attachment and termination choice.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4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Boot attachment and termination choice.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OS 디스크 역할·종료 시 보존 비교; 삭제 실행 없음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https://docs.oracle.com/en-us/iaas/Content/Block/Concepts/overview.htm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https://docs.oracle.com/en-us/iaas/Content/Block/Concepts/bootvolumes.htm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