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Archive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Archive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 archived object restore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asynchronous temporary availability</a:t>
            </a:r>
          </a:p>
        </p:txBody>
      </p:sp>
      <p:pic>
        <p:nvPicPr>
          <p:cNvPr id="16" name="OCI icon:lane0-source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Archive object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Restore request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Restore request</a:t>
            </a:r>
          </a:p>
        </p:txBody>
      </p:sp>
      <p:pic>
        <p:nvPicPr>
          <p:cNvPr id="20" name="OCI icon:lane1-target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Restored availability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Restore request -&gt; asynchronous availability.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Restore request -&gt; asynchronous availability.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읽기 전 복원 필요; 완료 지연·임시 가용 기간·비용 확인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https://docs.oracle.com/en-us/iaas/Content/Object/Concepts/understandingstoragetiers.htm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