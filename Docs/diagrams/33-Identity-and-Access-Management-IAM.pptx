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Identity and Access Management (IAM)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Identity and Access Management (IAM)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group membership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policy subject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scoped permission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User</a:t>
            </a:r>
          </a:p>
        </p:txBody>
      </p:sp>
      <p:pic>
        <p:nvPicPr>
          <p:cNvPr id="24" name="OCI icon:lane0-target" descr="user-group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Group</a:t>
            </a:r>
          </a:p>
        </p:txBody>
      </p:sp>
      <p:pic>
        <p:nvPicPr>
          <p:cNvPr id="26" name="OCI icon:lane1-source" descr="user-group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Group</a:t>
            </a:r>
          </a:p>
        </p:txBody>
      </p:sp>
      <p:pic>
        <p:nvPicPr>
          <p:cNvPr id="28" name="OCI icon:lane1-target" descr="policie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</a:t>
            </a:r>
          </a:p>
        </p:txBody>
      </p:sp>
      <p:pic>
        <p:nvPicPr>
          <p:cNvPr id="30" name="OCI icon:lane2-source" descr="policie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</a:t>
            </a:r>
          </a:p>
        </p:txBody>
      </p:sp>
      <p:pic>
        <p:nvPicPr>
          <p:cNvPr id="32" name="OCI icon:lane2-target" descr="compartments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Compartment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Group + policy -&gt; scoped permissions.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Group + policy -&gt; scoped permissions.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관리 평면 권한; IAM을 public Subnet·데이터 방화벽에 배치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