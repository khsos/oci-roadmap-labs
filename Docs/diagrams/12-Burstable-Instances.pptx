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Burstable Instances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Burstable Instances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evaluate workload suitability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baseline plus permitted burst</a:t>
            </a:r>
          </a:p>
        </p:txBody>
      </p:sp>
      <p:sp>
        <p:nvSpPr>
          <p:cNvPr id="16" name="Non-service concept:lane0-source"/>
          <p:cNvSpPr txBox="1"/>
          <p:nvPr/>
        </p:nvSpPr>
        <p:spPr>
          <a:xfrm>
            <a:off x="9144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Low average CPU</a:t>
            </a:r>
          </a:p>
        </p:txBody>
      </p:sp>
      <p:pic>
        <p:nvPicPr>
          <p:cNvPr id="17" name="OCI icon:lane0-target" descr="burstable-virtual-machine-burstable-vm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8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Burstable VM</a:t>
            </a:r>
          </a:p>
        </p:txBody>
      </p:sp>
      <p:pic>
        <p:nvPicPr>
          <p:cNvPr id="19" name="OCI icon:lane1-source" descr="burstable-virtual-machine-burstable-vm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0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Burstable VM</a:t>
            </a:r>
          </a:p>
        </p:txBody>
      </p:sp>
      <p:sp>
        <p:nvSpPr>
          <p:cNvPr id="21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Baseline and burst</a:t>
            </a:r>
          </a:p>
        </p:txBody>
      </p:sp>
      <p:sp>
        <p:nvSpPr>
          <p:cNvPr id="2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Baseline versus burst capacity.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Baseline versus burst capacity.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지원 baseline·과금 비교; 지속 부하 실험 필수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https://docs.oracle.com/en-us/iaas/Content/Compute/References/burstable-instances.htm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