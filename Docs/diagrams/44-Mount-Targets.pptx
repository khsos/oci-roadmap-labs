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Mount Targets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Mount Targets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endpoint private IP placement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associated export set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exports reference filesystem</a:t>
            </a:r>
          </a:p>
        </p:txBody>
      </p:sp>
      <p:pic>
        <p:nvPicPr>
          <p:cNvPr id="22" name="OCI icon:lane0-source" descr="file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Mount Target private IP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Private Subnet</a:t>
            </a:r>
          </a:p>
        </p:txBody>
      </p:sp>
      <p:pic>
        <p:nvPicPr>
          <p:cNvPr id="25" name="OCI icon:lane1-source" descr="file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Mount Target private IP</a:t>
            </a:r>
          </a:p>
        </p:txBody>
      </p:sp>
      <p:sp>
        <p:nvSpPr>
          <p:cNvPr id="27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Export Set</a:t>
            </a:r>
          </a:p>
        </p:txBody>
      </p:sp>
      <p:sp>
        <p:nvSpPr>
          <p:cNvPr id="28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Export Set</a:t>
            </a:r>
          </a:p>
        </p:txBody>
      </p:sp>
      <p:pic>
        <p:nvPicPr>
          <p:cNvPr id="29" name="OCI icon:lane2-target" descr="file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File System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Endpoint and export-set associations.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Endpoint and export-set associations.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Mount Target private IP·Export Set 연계; 저장 위치를 Subnet 디스크로 오해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https://docs.oracle.com/en-us/iaas/Content/File/Concepts/filestorageoverview.htm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