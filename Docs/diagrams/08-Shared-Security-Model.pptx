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Shared Security Model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Shared Security Model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Oracle secures physical infrastructure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customer responsibility depends on service model</a:t>
            </a:r>
          </a:p>
        </p:txBody>
      </p:sp>
      <p:pic>
        <p:nvPicPr>
          <p:cNvPr id="16" name="OCI icon:lane0-source" descr="cloud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Oracle</a:t>
            </a:r>
          </a:p>
        </p:txBody>
      </p:sp>
      <p:pic>
        <p:nvPicPr>
          <p:cNvPr id="18" name="OCI icon:lane0-target" descr="customer-data-cent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Physical facilities</a:t>
            </a:r>
          </a:p>
        </p:txBody>
      </p:sp>
      <p:pic>
        <p:nvPicPr>
          <p:cNvPr id="20" name="OCI icon:lane1-source" descr="user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Customer</a:t>
            </a:r>
          </a:p>
        </p:txBody>
      </p:sp>
      <p:pic>
        <p:nvPicPr>
          <p:cNvPr id="22" name="OCI icon:lane1-target" descr="compute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Identity / guest OS / data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Shared security responsibility.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Shared security responsibility.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서비스별 고객·Oracle 책임 경계 비교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https://docs.oracle.com/en-us/iaas/Content/cloud-adoption-framework/security.htm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