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Images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Images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check image OS / architecture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verify supported shape</a:t>
            </a:r>
          </a:p>
        </p:txBody>
      </p:sp>
      <p:sp>
        <p:nvSpPr>
          <p:cNvPr id="16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Compatible image</a:t>
            </a:r>
          </a:p>
        </p:txBody>
      </p:sp>
      <p:sp>
        <p:nvSpPr>
          <p:cNvPr id="17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OS and architecture</a:t>
            </a:r>
          </a:p>
        </p:txBody>
      </p:sp>
      <p:sp>
        <p:nvSpPr>
          <p:cNvPr id="18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OS and architecture</a:t>
            </a:r>
          </a:p>
        </p:txBody>
      </p:sp>
      <p:pic>
        <p:nvPicPr>
          <p:cNvPr id="19" name="OCI icon:lane1-target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0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Shape</a:t>
            </a:r>
          </a:p>
        </p:txBody>
      </p:sp>
      <p:sp>
        <p:nvSpPr>
          <p:cNvPr id="2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Image compatibility before creation.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Image compatibility before creation.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이미지 호환성; Container Registry·OKE 추가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https://docs.oracle.com/en-us/iaas/Content/Compute/References/images.htm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