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ASM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ASM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ASM configuration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RAC storage requirement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service-managed disk group</a:t>
            </a:r>
          </a:p>
        </p:txBody>
      </p:sp>
      <p:pic>
        <p:nvPicPr>
          <p:cNvPr id="22" name="OCI icon:lane0-source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DB System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ASM</a:t>
            </a:r>
          </a:p>
        </p:txBody>
      </p:sp>
      <p:pic>
        <p:nvPicPr>
          <p:cNvPr id="25" name="OCI icon:lane1-source" descr="rac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RAC requirement</a:t>
            </a:r>
          </a:p>
        </p:txBody>
      </p:sp>
      <p:sp>
        <p:nvSpPr>
          <p:cNvPr id="27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ASM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ASM</a:t>
            </a:r>
          </a:p>
        </p:txBody>
      </p:sp>
      <p:pic>
        <p:nvPicPr>
          <p:cNvPr id="29" name="OCI icon:lane2-target" descr="block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Managed disks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Supported ASM; no disk mutation.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Supported ASM; no disk mutation.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ASM 조건·RAC 요건; 관리 디스크 재구성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https://docs.oracle.com/en/cloud/paas/base-database/about-dbs/index.html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