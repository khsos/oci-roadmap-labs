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SSL Certificates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SSL Certificates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frontend certificate association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separate backend TLS choice</a:t>
            </a:r>
          </a:p>
        </p:txBody>
      </p:sp>
      <p:pic>
        <p:nvPicPr>
          <p:cNvPr id="16" name="OCI icon:lane0-source" descr="certificates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Certificate chain</a:t>
            </a:r>
          </a:p>
        </p:txBody>
      </p:sp>
      <p:pic>
        <p:nvPicPr>
          <p:cNvPr id="18" name="OCI icon:lane0-target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HTTPS Listener</a:t>
            </a:r>
          </a:p>
        </p:txBody>
      </p:sp>
      <p:pic>
        <p:nvPicPr>
          <p:cNvPr id="20" name="OCI icon:lane1-source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HTTPS Listener</a:t>
            </a:r>
          </a:p>
        </p:txBody>
      </p:sp>
      <p:pic>
        <p:nvPicPr>
          <p:cNvPr id="22" name="OCI icon:lane1-target" descr="comput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Backend protocol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Listener TLS; backend TLS separate.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Listener TLS; backend TLS separate.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frontend TLS·backend TLS 별도; 비밀키 저장소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https://docs.oracle.com/en-us/iaas/Content/Balance/Tasks/managingcertificates.htm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